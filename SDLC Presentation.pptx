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63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1B2C05C-540D-4291-B8CF-C10901A5B6A2}" v="29" dt="2023-12-12T10:41:21.76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8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ndeep Bandaru" userId="87af4f46-0ff3-416d-b26c-0f70481878b5" providerId="ADAL" clId="{C1B2C05C-540D-4291-B8CF-C10901A5B6A2}"/>
    <pc:docChg chg="custSel modSld">
      <pc:chgData name="Sandeep Bandaru" userId="87af4f46-0ff3-416d-b26c-0f70481878b5" providerId="ADAL" clId="{C1B2C05C-540D-4291-B8CF-C10901A5B6A2}" dt="2023-12-12T10:41:21.766" v="116"/>
      <pc:docMkLst>
        <pc:docMk/>
      </pc:docMkLst>
      <pc:sldChg chg="addSp delSp modSp mod">
        <pc:chgData name="Sandeep Bandaru" userId="87af4f46-0ff3-416d-b26c-0f70481878b5" providerId="ADAL" clId="{C1B2C05C-540D-4291-B8CF-C10901A5B6A2}" dt="2023-12-12T10:37:57.906" v="79" actId="1076"/>
        <pc:sldMkLst>
          <pc:docMk/>
          <pc:sldMk cId="1417408232" sldId="256"/>
        </pc:sldMkLst>
        <pc:spChg chg="add del mod">
          <ac:chgData name="Sandeep Bandaru" userId="87af4f46-0ff3-416d-b26c-0f70481878b5" providerId="ADAL" clId="{C1B2C05C-540D-4291-B8CF-C10901A5B6A2}" dt="2023-12-12T10:29:05.480" v="9" actId="478"/>
          <ac:spMkLst>
            <pc:docMk/>
            <pc:sldMk cId="1417408232" sldId="256"/>
            <ac:spMk id="2" creationId="{4F92933B-564D-DF1F-F6B1-0FE93B54E3A3}"/>
          </ac:spMkLst>
        </pc:spChg>
        <pc:spChg chg="add del mod">
          <ac:chgData name="Sandeep Bandaru" userId="87af4f46-0ff3-416d-b26c-0f70481878b5" providerId="ADAL" clId="{C1B2C05C-540D-4291-B8CF-C10901A5B6A2}" dt="2023-12-12T10:34:39.426" v="18" actId="21"/>
          <ac:spMkLst>
            <pc:docMk/>
            <pc:sldMk cId="1417408232" sldId="256"/>
            <ac:spMk id="2" creationId="{90B363F2-5ACB-F88E-16B9-4ECD453EF6C3}"/>
          </ac:spMkLst>
        </pc:spChg>
        <pc:spChg chg="add mod">
          <ac:chgData name="Sandeep Bandaru" userId="87af4f46-0ff3-416d-b26c-0f70481878b5" providerId="ADAL" clId="{C1B2C05C-540D-4291-B8CF-C10901A5B6A2}" dt="2023-12-12T10:35:09.762" v="21" actId="13822"/>
          <ac:spMkLst>
            <pc:docMk/>
            <pc:sldMk cId="1417408232" sldId="256"/>
            <ac:spMk id="3" creationId="{BB5E87F9-EB32-F567-F80B-FE362D19562A}"/>
          </ac:spMkLst>
        </pc:spChg>
        <pc:spChg chg="add mod">
          <ac:chgData name="Sandeep Bandaru" userId="87af4f46-0ff3-416d-b26c-0f70481878b5" providerId="ADAL" clId="{C1B2C05C-540D-4291-B8CF-C10901A5B6A2}" dt="2023-12-12T10:37:57.906" v="79" actId="1076"/>
          <ac:spMkLst>
            <pc:docMk/>
            <pc:sldMk cId="1417408232" sldId="256"/>
            <ac:spMk id="4" creationId="{45E1BEC2-47BF-7A71-2CC9-542837D79189}"/>
          </ac:spMkLst>
        </pc:spChg>
        <pc:picChg chg="mod">
          <ac:chgData name="Sandeep Bandaru" userId="87af4f46-0ff3-416d-b26c-0f70481878b5" providerId="ADAL" clId="{C1B2C05C-540D-4291-B8CF-C10901A5B6A2}" dt="2023-12-12T10:37:37.908" v="78" actId="1076"/>
          <ac:picMkLst>
            <pc:docMk/>
            <pc:sldMk cId="1417408232" sldId="256"/>
            <ac:picMk id="1030" creationId="{1B5E59D9-5655-0CF0-5BEE-929478B4299F}"/>
          </ac:picMkLst>
        </pc:picChg>
      </pc:sldChg>
      <pc:sldChg chg="addSp delSp modSp mod">
        <pc:chgData name="Sandeep Bandaru" userId="87af4f46-0ff3-416d-b26c-0f70481878b5" providerId="ADAL" clId="{C1B2C05C-540D-4291-B8CF-C10901A5B6A2}" dt="2023-12-12T10:41:00.429" v="112"/>
        <pc:sldMkLst>
          <pc:docMk/>
          <pc:sldMk cId="739911980" sldId="258"/>
        </pc:sldMkLst>
        <pc:spChg chg="add mod">
          <ac:chgData name="Sandeep Bandaru" userId="87af4f46-0ff3-416d-b26c-0f70481878b5" providerId="ADAL" clId="{C1B2C05C-540D-4291-B8CF-C10901A5B6A2}" dt="2023-12-12T10:41:00.429" v="112"/>
          <ac:spMkLst>
            <pc:docMk/>
            <pc:sldMk cId="739911980" sldId="258"/>
            <ac:spMk id="6" creationId="{31750226-C118-63CA-479F-AA7DC0A2A643}"/>
          </ac:spMkLst>
        </pc:spChg>
        <pc:picChg chg="add mod">
          <ac:chgData name="Sandeep Bandaru" userId="87af4f46-0ff3-416d-b26c-0f70481878b5" providerId="ADAL" clId="{C1B2C05C-540D-4291-B8CF-C10901A5B6A2}" dt="2023-12-12T10:39:08.652" v="96" actId="1076"/>
          <ac:picMkLst>
            <pc:docMk/>
            <pc:sldMk cId="739911980" sldId="258"/>
            <ac:picMk id="3" creationId="{6A797616-6698-6352-231C-1467647EF30C}"/>
          </ac:picMkLst>
        </pc:picChg>
        <pc:picChg chg="add del mod">
          <ac:chgData name="Sandeep Bandaru" userId="87af4f46-0ff3-416d-b26c-0f70481878b5" providerId="ADAL" clId="{C1B2C05C-540D-4291-B8CF-C10901A5B6A2}" dt="2023-12-12T10:40:47.525" v="111" actId="478"/>
          <ac:picMkLst>
            <pc:docMk/>
            <pc:sldMk cId="739911980" sldId="258"/>
            <ac:picMk id="5" creationId="{74D84BAE-78BF-6F7D-E491-7D31FA3FC31C}"/>
          </ac:picMkLst>
        </pc:picChg>
      </pc:sldChg>
      <pc:sldChg chg="addSp modSp mod">
        <pc:chgData name="Sandeep Bandaru" userId="87af4f46-0ff3-416d-b26c-0f70481878b5" providerId="ADAL" clId="{C1B2C05C-540D-4291-B8CF-C10901A5B6A2}" dt="2023-12-12T10:41:11.086" v="113"/>
        <pc:sldMkLst>
          <pc:docMk/>
          <pc:sldMk cId="1334659762" sldId="259"/>
        </pc:sldMkLst>
        <pc:spChg chg="add mod">
          <ac:chgData name="Sandeep Bandaru" userId="87af4f46-0ff3-416d-b26c-0f70481878b5" providerId="ADAL" clId="{C1B2C05C-540D-4291-B8CF-C10901A5B6A2}" dt="2023-12-12T10:41:11.086" v="113"/>
          <ac:spMkLst>
            <pc:docMk/>
            <pc:sldMk cId="1334659762" sldId="259"/>
            <ac:spMk id="6" creationId="{AAD44CA8-C08F-7640-052A-DA509D885797}"/>
          </ac:spMkLst>
        </pc:spChg>
        <pc:picChg chg="add mod">
          <ac:chgData name="Sandeep Bandaru" userId="87af4f46-0ff3-416d-b26c-0f70481878b5" providerId="ADAL" clId="{C1B2C05C-540D-4291-B8CF-C10901A5B6A2}" dt="2023-12-12T10:39:36.355" v="99" actId="1076"/>
          <ac:picMkLst>
            <pc:docMk/>
            <pc:sldMk cId="1334659762" sldId="259"/>
            <ac:picMk id="5" creationId="{320103D7-5AA9-F503-F7A2-E8C1D149CEA3}"/>
          </ac:picMkLst>
        </pc:picChg>
      </pc:sldChg>
      <pc:sldChg chg="addSp modSp mod">
        <pc:chgData name="Sandeep Bandaru" userId="87af4f46-0ff3-416d-b26c-0f70481878b5" providerId="ADAL" clId="{C1B2C05C-540D-4291-B8CF-C10901A5B6A2}" dt="2023-12-12T10:41:14.526" v="114"/>
        <pc:sldMkLst>
          <pc:docMk/>
          <pc:sldMk cId="3547127273" sldId="260"/>
        </pc:sldMkLst>
        <pc:spChg chg="add mod">
          <ac:chgData name="Sandeep Bandaru" userId="87af4f46-0ff3-416d-b26c-0f70481878b5" providerId="ADAL" clId="{C1B2C05C-540D-4291-B8CF-C10901A5B6A2}" dt="2023-12-12T10:41:14.526" v="114"/>
          <ac:spMkLst>
            <pc:docMk/>
            <pc:sldMk cId="3547127273" sldId="260"/>
            <ac:spMk id="5" creationId="{219049CA-EE75-038B-A8D7-D970895C0FB0}"/>
          </ac:spMkLst>
        </pc:spChg>
        <pc:picChg chg="add mod">
          <ac:chgData name="Sandeep Bandaru" userId="87af4f46-0ff3-416d-b26c-0f70481878b5" providerId="ADAL" clId="{C1B2C05C-540D-4291-B8CF-C10901A5B6A2}" dt="2023-12-12T10:39:48.421" v="101" actId="1076"/>
          <ac:picMkLst>
            <pc:docMk/>
            <pc:sldMk cId="3547127273" sldId="260"/>
            <ac:picMk id="4" creationId="{F14D3D08-08F2-3F2A-189F-4E85D4A76453}"/>
          </ac:picMkLst>
        </pc:picChg>
      </pc:sldChg>
      <pc:sldChg chg="addSp modSp mod">
        <pc:chgData name="Sandeep Bandaru" userId="87af4f46-0ff3-416d-b26c-0f70481878b5" providerId="ADAL" clId="{C1B2C05C-540D-4291-B8CF-C10901A5B6A2}" dt="2023-12-12T10:41:18.048" v="115"/>
        <pc:sldMkLst>
          <pc:docMk/>
          <pc:sldMk cId="1580017401" sldId="261"/>
        </pc:sldMkLst>
        <pc:spChg chg="add mod">
          <ac:chgData name="Sandeep Bandaru" userId="87af4f46-0ff3-416d-b26c-0f70481878b5" providerId="ADAL" clId="{C1B2C05C-540D-4291-B8CF-C10901A5B6A2}" dt="2023-12-12T10:41:18.048" v="115"/>
          <ac:spMkLst>
            <pc:docMk/>
            <pc:sldMk cId="1580017401" sldId="261"/>
            <ac:spMk id="5" creationId="{94D1E07F-6374-14D2-E53A-DAA134E54781}"/>
          </ac:spMkLst>
        </pc:spChg>
        <pc:picChg chg="add mod">
          <ac:chgData name="Sandeep Bandaru" userId="87af4f46-0ff3-416d-b26c-0f70481878b5" providerId="ADAL" clId="{C1B2C05C-540D-4291-B8CF-C10901A5B6A2}" dt="2023-12-12T10:39:55.580" v="103" actId="1076"/>
          <ac:picMkLst>
            <pc:docMk/>
            <pc:sldMk cId="1580017401" sldId="261"/>
            <ac:picMk id="4" creationId="{3D4C4DFE-78CD-06B2-BF7F-C2F3CD082023}"/>
          </ac:picMkLst>
        </pc:picChg>
      </pc:sldChg>
      <pc:sldChg chg="addSp modSp mod">
        <pc:chgData name="Sandeep Bandaru" userId="87af4f46-0ff3-416d-b26c-0f70481878b5" providerId="ADAL" clId="{C1B2C05C-540D-4291-B8CF-C10901A5B6A2}" dt="2023-12-12T10:41:21.766" v="116"/>
        <pc:sldMkLst>
          <pc:docMk/>
          <pc:sldMk cId="4229425080" sldId="262"/>
        </pc:sldMkLst>
        <pc:spChg chg="add mod">
          <ac:chgData name="Sandeep Bandaru" userId="87af4f46-0ff3-416d-b26c-0f70481878b5" providerId="ADAL" clId="{C1B2C05C-540D-4291-B8CF-C10901A5B6A2}" dt="2023-12-12T10:41:21.766" v="116"/>
          <ac:spMkLst>
            <pc:docMk/>
            <pc:sldMk cId="4229425080" sldId="262"/>
            <ac:spMk id="5" creationId="{43B49DAC-E0F9-ABF2-9A19-0B1080F79EC0}"/>
          </ac:spMkLst>
        </pc:spChg>
        <pc:picChg chg="add mod">
          <ac:chgData name="Sandeep Bandaru" userId="87af4f46-0ff3-416d-b26c-0f70481878b5" providerId="ADAL" clId="{C1B2C05C-540D-4291-B8CF-C10901A5B6A2}" dt="2023-12-12T10:40:02.985" v="105" actId="1076"/>
          <ac:picMkLst>
            <pc:docMk/>
            <pc:sldMk cId="4229425080" sldId="262"/>
            <ac:picMk id="4" creationId="{BA7CD3F8-77E1-2DE1-9EE7-8B0A576740B3}"/>
          </ac:picMkLst>
        </pc:picChg>
        <pc:picChg chg="mod">
          <ac:chgData name="Sandeep Bandaru" userId="87af4f46-0ff3-416d-b26c-0f70481878b5" providerId="ADAL" clId="{C1B2C05C-540D-4291-B8CF-C10901A5B6A2}" dt="2023-12-12T10:31:17.148" v="10" actId="14100"/>
          <ac:picMkLst>
            <pc:docMk/>
            <pc:sldMk cId="4229425080" sldId="262"/>
            <ac:picMk id="7170" creationId="{C4706ED0-A824-F8FF-2950-09FE2A654790}"/>
          </ac:picMkLst>
        </pc:picChg>
      </pc:sldChg>
      <pc:sldChg chg="addSp delSp modSp">
        <pc:chgData name="Sandeep Bandaru" userId="87af4f46-0ff3-416d-b26c-0f70481878b5" providerId="ADAL" clId="{C1B2C05C-540D-4291-B8CF-C10901A5B6A2}" dt="2023-12-12T10:38:44.905" v="94"/>
        <pc:sldMkLst>
          <pc:docMk/>
          <pc:sldMk cId="3622544707" sldId="263"/>
        </pc:sldMkLst>
        <pc:spChg chg="add mod">
          <ac:chgData name="Sandeep Bandaru" userId="87af4f46-0ff3-416d-b26c-0f70481878b5" providerId="ADAL" clId="{C1B2C05C-540D-4291-B8CF-C10901A5B6A2}" dt="2023-12-12T10:38:16.702" v="80"/>
          <ac:spMkLst>
            <pc:docMk/>
            <pc:sldMk cId="3622544707" sldId="263"/>
            <ac:spMk id="5" creationId="{8FD6B11F-E194-0CE4-A342-26B6C490A82C}"/>
          </ac:spMkLst>
        </pc:spChg>
        <pc:spChg chg="add del mod">
          <ac:chgData name="Sandeep Bandaru" userId="87af4f46-0ff3-416d-b26c-0f70481878b5" providerId="ADAL" clId="{C1B2C05C-540D-4291-B8CF-C10901A5B6A2}" dt="2023-12-12T10:38:44.905" v="94"/>
          <ac:spMkLst>
            <pc:docMk/>
            <pc:sldMk cId="3622544707" sldId="263"/>
            <ac:spMk id="6" creationId="{D03B5C5E-5E41-3FF6-D9FC-46F59C90E7C8}"/>
          </ac:spMkLst>
        </pc:spChg>
        <pc:picChg chg="mod">
          <ac:chgData name="Sandeep Bandaru" userId="87af4f46-0ff3-416d-b26c-0f70481878b5" providerId="ADAL" clId="{C1B2C05C-540D-4291-B8CF-C10901A5B6A2}" dt="2023-12-12T10:38:42.291" v="92" actId="1035"/>
          <ac:picMkLst>
            <pc:docMk/>
            <pc:sldMk cId="3622544707" sldId="263"/>
            <ac:picMk id="4" creationId="{ADF55602-1E3A-35B8-E15B-FC23964FE376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529E07-C2C0-41FA-A53C-FA5854B4B24D}" type="datetimeFigureOut">
              <a:rPr lang="en-IN" smtClean="0"/>
              <a:t>12-12-2023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0CA96E-8582-41A1-9C5F-9FA88D738F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76095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8F1493-7AFB-2C10-92E6-DB7EBF3906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1921B5-EB2F-7700-2947-1B11EDEA17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90EB60-56A5-BAD4-30EE-74FB0CF16D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62439-C9DD-4980-BC1C-1F17CAA9D90D}" type="datetimeFigureOut">
              <a:rPr lang="en-IN" smtClean="0"/>
              <a:t>12-12-2023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9D2B98-3E91-CE5C-E51A-10EA75668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474BE3-633F-317C-6319-458FC73CE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B880E-7FE4-44AC-BA6A-BF50ED51BD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15741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CAB90-239C-E583-0CC4-EB5D4D205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57ECA4-6D27-0786-834A-5CFA1C25BD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90CB3F-FD24-344B-B4BF-305757BD29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62439-C9DD-4980-BC1C-1F17CAA9D90D}" type="datetimeFigureOut">
              <a:rPr lang="en-IN" smtClean="0"/>
              <a:t>12-12-2023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578AA2-3208-0877-6FFB-50347359F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B92A98-A5FD-7AB8-EBA5-5EC8D8897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B880E-7FE4-44AC-BA6A-BF50ED51BD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25295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22EAF5-9A04-27FE-DB96-9883B4BC4F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531507-1E00-38C2-20F2-14564AD938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035750-3B72-6873-4164-25FEFBAE3A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62439-C9DD-4980-BC1C-1F17CAA9D90D}" type="datetimeFigureOut">
              <a:rPr lang="en-IN" smtClean="0"/>
              <a:t>12-12-2023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6225E0-5DC6-025C-1C25-9DC2BCE15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F1F6E4-67D2-B2AC-416A-3C40CFEE9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B880E-7FE4-44AC-BA6A-BF50ED51BD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85462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AAEBE-B864-2B5A-63DC-D7FB9661E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4EB290-553D-F102-790F-D63B91D221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51810E-D3B1-2D28-D359-23C634887A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A81B8A-46D1-BE54-F205-68144ABE7F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62439-C9DD-4980-BC1C-1F17CAA9D90D}" type="datetimeFigureOut">
              <a:rPr lang="en-IN" smtClean="0"/>
              <a:t>12-12-2023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9B1185-4844-10AB-C9B5-34A2DE31BB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3008E9-C445-04C5-4ADD-D16ACFBCD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B880E-7FE4-44AC-BA6A-BF50ED51BD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11352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9294E2-59A0-40CC-1F1E-1EDD2251A0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1E804D-F6BE-1916-D634-979AD6243E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79E495-0E00-D29F-FE60-D2F9CC4DEC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A6955A-E1FA-7B7D-D297-25A21A6E85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370170-3A07-2211-A84D-A226AAF724F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188410-3FBA-5D25-137F-A2821C0A1B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62439-C9DD-4980-BC1C-1F17CAA9D90D}" type="datetimeFigureOut">
              <a:rPr lang="en-IN" smtClean="0"/>
              <a:t>12-12-2023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07D6DA-B6AD-F293-B5B4-06F3897FD3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8BE5F5D-3A4E-74D4-E3B8-FC22FE4D1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B880E-7FE4-44AC-BA6A-BF50ED51BD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35737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7AD1B0-F39F-B916-235C-CE687C17E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6E72F0-1144-28B0-5DAD-54648D4BCA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62439-C9DD-4980-BC1C-1F17CAA9D90D}" type="datetimeFigureOut">
              <a:rPr lang="en-IN" smtClean="0"/>
              <a:t>12-12-2023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CEEF86-25CF-2FE9-307A-8221711E5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FC722C-9801-5462-B2B8-55D9840F2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B880E-7FE4-44AC-BA6A-BF50ED51BD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55600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99BD99-CC86-FB03-B8C9-48D0C03CB8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62439-C9DD-4980-BC1C-1F17CAA9D90D}" type="datetimeFigureOut">
              <a:rPr lang="en-IN" smtClean="0"/>
              <a:t>12-12-2023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805DED-F076-2544-5BBF-3C33EFE81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DDFFF8-1FAA-9419-304E-CD061CCD6A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B880E-7FE4-44AC-BA6A-BF50ED51BD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98678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256798-316A-85F8-865C-9F993072A0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5A0DB9-EA02-D859-7265-7AF5BDDA45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54FCFE-E9CB-E3E4-3C46-0557D000BB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93F571-4E0D-4851-53E0-793B5AA9B2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62439-C9DD-4980-BC1C-1F17CAA9D90D}" type="datetimeFigureOut">
              <a:rPr lang="en-IN" smtClean="0"/>
              <a:t>12-12-2023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5CBE59-3499-F0EF-FC29-D7013C3FB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300DDC-BA7A-6772-71D2-F64A15E9FF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B880E-7FE4-44AC-BA6A-BF50ED51BD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11976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89EB49-558E-48E8-EDA9-F18EC5EB9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7EB41DA-5435-C5DE-ED56-8037381584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BD9ACD-10CF-7287-F546-B2A3ADAFE1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426CFB-C873-DA15-9C31-298074581E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62439-C9DD-4980-BC1C-1F17CAA9D90D}" type="datetimeFigureOut">
              <a:rPr lang="en-IN" smtClean="0"/>
              <a:t>12-12-2023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44E69F-A2E2-7D06-7C07-63038868D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2048FD-32C7-5093-E259-83D7D73D3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B880E-7FE4-44AC-BA6A-BF50ED51BD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88961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0E8E9-61F6-5A40-AF61-014136019C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88A017-A1ED-030D-BC1D-F51EB9E9D8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78E7C2-B587-C9A7-78B5-4CF189990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62439-C9DD-4980-BC1C-1F17CAA9D90D}" type="datetimeFigureOut">
              <a:rPr lang="en-IN" smtClean="0"/>
              <a:t>12-12-2023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5F1F92-BC91-AD8A-34D7-C1BE96D7E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1B8707-D87B-8467-405A-4A515F836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B880E-7FE4-44AC-BA6A-BF50ED51BD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02737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93A7FDB-6A53-60C2-DA79-40BC3525EE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CDAECB-7AFC-8DF1-2A2F-CE88E5D8F1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B2D50F-DC2D-E30E-D870-F7673AA3E0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62439-C9DD-4980-BC1C-1F17CAA9D90D}" type="datetimeFigureOut">
              <a:rPr lang="en-IN" smtClean="0"/>
              <a:t>12-12-2023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C6491E-8B40-7FC9-BEC0-B118E14932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D15B19-F03E-A09A-EFD4-067B3BD92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B880E-7FE4-44AC-BA6A-BF50ED51BD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3837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3F7AAA-F0EC-8BB7-93F2-1945A6948C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B051B3-9BEA-CF7A-2965-258E00A302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9E7625-0F4C-18FA-B343-03C534D8D9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C62439-C9DD-4980-BC1C-1F17CAA9D90D}" type="datetimeFigureOut">
              <a:rPr lang="en-IN" smtClean="0"/>
              <a:t>12-12-2023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56D9CC-B948-9EE3-C078-99EDE0868D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257BE3-E657-EC4C-ABE2-3D8E6EAC89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4B880E-7FE4-44AC-BA6A-BF50ED51BD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6727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PPT SDLC Presentation Diagram">
            <a:extLst>
              <a:ext uri="{FF2B5EF4-FFF2-40B4-BE49-F238E27FC236}">
                <a16:creationId xmlns:a16="http://schemas.microsoft.com/office/drawing/2014/main" id="{1B5E59D9-5655-0CF0-5BEE-929478B429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B5E87F9-EB32-F567-F80B-FE362D19562A}"/>
              </a:ext>
            </a:extLst>
          </p:cNvPr>
          <p:cNvSpPr/>
          <p:nvPr/>
        </p:nvSpPr>
        <p:spPr>
          <a:xfrm>
            <a:off x="387927" y="387927"/>
            <a:ext cx="7065818" cy="554182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E1BEC2-47BF-7A71-2CC9-542837D79189}"/>
              </a:ext>
            </a:extLst>
          </p:cNvPr>
          <p:cNvSpPr txBox="1"/>
          <p:nvPr/>
        </p:nvSpPr>
        <p:spPr>
          <a:xfrm>
            <a:off x="138545" y="434185"/>
            <a:ext cx="70658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            Software Development Life Cycle (SDLC)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4174082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FDAD57-1036-2753-0A91-0F550078B1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50949A-C1CE-44C3-DD35-1AFBAC14D0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4" name="Picture 4" descr="PPT SDLC Presentation Diagram">
            <a:extLst>
              <a:ext uri="{FF2B5EF4-FFF2-40B4-BE49-F238E27FC236}">
                <a16:creationId xmlns:a16="http://schemas.microsoft.com/office/drawing/2014/main" id="{ADF55602-1E3A-35B8-E15B-FC23964FE37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2" y="0"/>
            <a:ext cx="12192052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FD6B11F-E194-0CE4-A342-26B6C490A82C}"/>
              </a:ext>
            </a:extLst>
          </p:cNvPr>
          <p:cNvSpPr/>
          <p:nvPr/>
        </p:nvSpPr>
        <p:spPr>
          <a:xfrm>
            <a:off x="387927" y="387927"/>
            <a:ext cx="7065818" cy="554182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3B5C5E-5E41-3FF6-D9FC-46F59C90E7C8}"/>
              </a:ext>
            </a:extLst>
          </p:cNvPr>
          <p:cNvSpPr txBox="1"/>
          <p:nvPr/>
        </p:nvSpPr>
        <p:spPr>
          <a:xfrm>
            <a:off x="138545" y="434185"/>
            <a:ext cx="70658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            Software Development Life Cycle (SDLC)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6225447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Presentation Slide Template - SDLC Diagram">
            <a:extLst>
              <a:ext uri="{FF2B5EF4-FFF2-40B4-BE49-F238E27FC236}">
                <a16:creationId xmlns:a16="http://schemas.microsoft.com/office/drawing/2014/main" id="{C1AE5981-FE27-38E3-5312-146F6C04865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A797616-6698-6352-231C-1467647EF3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44" y="376676"/>
            <a:ext cx="7077075" cy="5619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1750226-C118-63CA-479F-AA7DC0A2A643}"/>
              </a:ext>
            </a:extLst>
          </p:cNvPr>
          <p:cNvSpPr txBox="1"/>
          <p:nvPr/>
        </p:nvSpPr>
        <p:spPr>
          <a:xfrm>
            <a:off x="138545" y="434185"/>
            <a:ext cx="70658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            Software Development Life Cycle (SDLC)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7399119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7B563-68C8-18A7-01DC-4B9BA2133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FF8682-0F8B-A28E-C1FD-551427416A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098" name="Picture 2" descr="PPT Slide Template for SDLC Presentation">
            <a:extLst>
              <a:ext uri="{FF2B5EF4-FFF2-40B4-BE49-F238E27FC236}">
                <a16:creationId xmlns:a16="http://schemas.microsoft.com/office/drawing/2014/main" id="{FDF62EBC-0710-5D02-7D68-446EF0AFB0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20103D7-5AA9-F503-F7A2-E8C1D149CE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376" y="365125"/>
            <a:ext cx="7077075" cy="5619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AD44CA8-C08F-7640-052A-DA509D885797}"/>
              </a:ext>
            </a:extLst>
          </p:cNvPr>
          <p:cNvSpPr txBox="1"/>
          <p:nvPr/>
        </p:nvSpPr>
        <p:spPr>
          <a:xfrm>
            <a:off x="138545" y="434185"/>
            <a:ext cx="70658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            Software Development Life Cycle (SDLC)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3346597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6D661-C5E5-F658-FDF8-081529DCD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122" name="Picture 2" descr="Editable SDLC Presentation Template">
            <a:extLst>
              <a:ext uri="{FF2B5EF4-FFF2-40B4-BE49-F238E27FC236}">
                <a16:creationId xmlns:a16="http://schemas.microsoft.com/office/drawing/2014/main" id="{1A3B3B52-4D03-E6D7-39EE-60D2BB36FD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14D3D08-08F2-3F2A-189F-4E85D4A764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511" y="465931"/>
            <a:ext cx="7077075" cy="56197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19049CA-EE75-038B-A8D7-D970895C0FB0}"/>
              </a:ext>
            </a:extLst>
          </p:cNvPr>
          <p:cNvSpPr txBox="1"/>
          <p:nvPr/>
        </p:nvSpPr>
        <p:spPr>
          <a:xfrm>
            <a:off x="138545" y="434185"/>
            <a:ext cx="70658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            Software Development Life Cycle (SDLC)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5471272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E74F82-B0F5-1502-1816-6EB327D12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146" name="Picture 2" descr="Software Development Cycle Diagram for PPT Presentation">
            <a:extLst>
              <a:ext uri="{FF2B5EF4-FFF2-40B4-BE49-F238E27FC236}">
                <a16:creationId xmlns:a16="http://schemas.microsoft.com/office/drawing/2014/main" id="{66B17075-9685-A492-5D09-EA9F646A10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D4C4DFE-78CD-06B2-BF7F-C2F3CD0820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714" y="333473"/>
            <a:ext cx="7077075" cy="56197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4D1E07F-6374-14D2-E53A-DAA134E54781}"/>
              </a:ext>
            </a:extLst>
          </p:cNvPr>
          <p:cNvSpPr txBox="1"/>
          <p:nvPr/>
        </p:nvSpPr>
        <p:spPr>
          <a:xfrm>
            <a:off x="138545" y="434185"/>
            <a:ext cx="70658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            Software Development Life Cycle (SDLC)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5800174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6EE39-D743-A0B1-597B-427352836A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7170" name="Picture 2" descr="Editable SDLC Circular Presentation Diagram Template">
            <a:extLst>
              <a:ext uri="{FF2B5EF4-FFF2-40B4-BE49-F238E27FC236}">
                <a16:creationId xmlns:a16="http://schemas.microsoft.com/office/drawing/2014/main" id="{C4706ED0-A824-F8FF-2950-09FE2A6547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A7CD3F8-77E1-2DE1-9EE7-8B0A576740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052" y="365125"/>
            <a:ext cx="7077075" cy="56197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3B49DAC-E0F9-ABF2-9A19-0B1080F79EC0}"/>
              </a:ext>
            </a:extLst>
          </p:cNvPr>
          <p:cNvSpPr txBox="1"/>
          <p:nvPr/>
        </p:nvSpPr>
        <p:spPr>
          <a:xfrm>
            <a:off x="138545" y="434185"/>
            <a:ext cx="70658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            Software Development Life Cycle (SDLC)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42294250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56</Words>
  <Application>Microsoft Office PowerPoint</Application>
  <PresentationFormat>Widescreen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Sandeep Bandaru</dc:creator>
  <cp:lastModifiedBy>Sandeep Bandaru</cp:lastModifiedBy>
  <cp:revision>1</cp:revision>
  <dcterms:created xsi:type="dcterms:W3CDTF">2023-12-12T10:17:20Z</dcterms:created>
  <dcterms:modified xsi:type="dcterms:W3CDTF">2023-12-12T10:41:29Z</dcterms:modified>
</cp:coreProperties>
</file>