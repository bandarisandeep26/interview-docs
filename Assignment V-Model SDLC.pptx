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sldIdLst>
    <p:sldId id="256" r:id="rId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4660"/>
  </p:normalViewPr>
  <p:slideViewPr>
    <p:cSldViewPr snapToGrid="0">
      <p:cViewPr>
        <p:scale>
          <a:sx n="66" d="100"/>
          <a:sy n="66" d="100"/>
        </p:scale>
        <p:origin x="162" y="2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customXml" Target="../customXml/item3.xml"/><Relationship Id="rId7" Type="http://schemas.openxmlformats.org/officeDocument/2006/relationships/viewProps" Target="viewProps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presProps" Target="presProps.xml"/><Relationship Id="rId5" Type="http://schemas.openxmlformats.org/officeDocument/2006/relationships/slide" Target="slides/slide1.xml"/><Relationship Id="rId4" Type="http://schemas.openxmlformats.org/officeDocument/2006/relationships/slideMaster" Target="slideMasters/slideMaster1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262C85-B734-33A4-3E5B-D93F82F5593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DD0430D-6635-DA99-FF4F-FF8B4D85034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FF1613C-176C-D9EE-AE77-C5C34778B3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229835-D511-46A2-BBB9-1F5ED455B808}" type="datetimeFigureOut">
              <a:rPr lang="en-IN" smtClean="0"/>
              <a:t>05-10-2023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CDAB2AB-2F0C-55D8-5FB4-D72362732A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E8B448B-B3D0-3D68-D24C-96F9F22CBB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929337-1685-4592-AADD-2014AE183F2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1593380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C2291E-5731-D376-6C57-27A69D368C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D233D99-428F-7ADF-172C-1C23C32FA05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4AA9147-6BB1-EC0B-2712-4180D7ECD3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229835-D511-46A2-BBB9-1F5ED455B808}" type="datetimeFigureOut">
              <a:rPr lang="en-IN" smtClean="0"/>
              <a:t>05-10-2023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28EECBE-5D0C-7E33-9913-52612A62E3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C551827-5A59-00B3-3A5F-C8D12D88A7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929337-1685-4592-AADD-2014AE183F2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3038029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BDD3FA-6D72-A686-82FD-E937FF29A0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E07243C-1165-5450-25A9-07512C848B9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DBA99F6-4D3C-396E-AA31-DE40521898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229835-D511-46A2-BBB9-1F5ED455B808}" type="datetimeFigureOut">
              <a:rPr lang="en-IN" smtClean="0"/>
              <a:t>05-10-2023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4BC6ECA-E1A9-39CA-B3F9-6038B7EE6A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CA95CAE-0CB7-1EF3-3CA6-6DB55BAD77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929337-1685-4592-AADD-2014AE183F2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4701596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AFF72D-8FF3-E5C4-1361-7A1B47A9BD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174B374-A013-3939-48F5-A41C4C4E94A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CA55889-5E0E-1735-38C9-2614A81FD57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2A7622E-93CF-892E-1725-64B643502C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229835-D511-46A2-BBB9-1F5ED455B808}" type="datetimeFigureOut">
              <a:rPr lang="en-IN" smtClean="0"/>
              <a:t>05-10-2023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B19F51B-E68A-5BAC-D779-F73746CB55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24BD4DA-443F-4B5A-A68C-4E6465BB9A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929337-1685-4592-AADD-2014AE183F2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8480827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CB0EB9-EAEF-8543-6B11-A54EFBF21E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F76C515-1184-CBED-51D5-3BDDC2A12B0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3CCB45B-A565-BF3D-5367-AF78F97CA79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66FD835-6FE5-38A7-76AA-0D8138191B6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74C6740-B185-75BD-1AF9-CB15ABFF721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0616312-2CC9-080B-11DC-91B1C27250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229835-D511-46A2-BBB9-1F5ED455B808}" type="datetimeFigureOut">
              <a:rPr lang="en-IN" smtClean="0"/>
              <a:t>05-10-2023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D677896-A9B1-9333-E135-2C86EF5E5E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9835082-FD96-C25F-4369-BE08B36773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929337-1685-4592-AADD-2014AE183F2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5176246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839635-B261-FF76-4D48-63DEFD50A3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9733A85-831C-1765-A23F-52275A3234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229835-D511-46A2-BBB9-1F5ED455B808}" type="datetimeFigureOut">
              <a:rPr lang="en-IN" smtClean="0"/>
              <a:t>05-10-2023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F3E49D6-03F5-E21F-097D-1F0F4CC3B1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F3A277C-D6CC-C052-F4FB-5573FDD6A6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929337-1685-4592-AADD-2014AE183F2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8032298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9EBC1CB-9A90-DCFC-79B2-5342DDCD08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229835-D511-46A2-BBB9-1F5ED455B808}" type="datetimeFigureOut">
              <a:rPr lang="en-IN" smtClean="0"/>
              <a:t>05-10-2023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63CEC94-4969-818A-4B56-2D78BC21C0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99A3FB1-B9C9-1EC5-3A5E-3CC18C9D58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929337-1685-4592-AADD-2014AE183F2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1044466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8C7491-0735-7888-FABD-4F32542F8A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A5E0C3A-8033-F865-3768-A481EEEC191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43988F9-DD76-99CB-73C3-0EBF36E1738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6D9ABA2-B23C-A17C-1977-6296F7A917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229835-D511-46A2-BBB9-1F5ED455B808}" type="datetimeFigureOut">
              <a:rPr lang="en-IN" smtClean="0"/>
              <a:t>05-10-2023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E659BED-64C4-C43C-D98D-FFC8A41F3A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C564DE4-144D-36E7-5581-467C4BEEFB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929337-1685-4592-AADD-2014AE183F2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4766492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FCE293-4F21-08E3-8A08-D55E371101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95E299D-D6C5-43E0-C4F6-980B08CFD71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54EFFFB-6207-0C9A-F3EB-69674F28901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DEC7482-5593-E959-7396-F9848BDF8C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229835-D511-46A2-BBB9-1F5ED455B808}" type="datetimeFigureOut">
              <a:rPr lang="en-IN" smtClean="0"/>
              <a:t>05-10-2023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8AF6BA1-31D9-B929-BE32-BEAF4C6CB3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8A0950D-8C2D-E734-7ACC-F68518F965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929337-1685-4592-AADD-2014AE183F2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9311159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6F601F-D33B-EA52-29C3-81C07B9C05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6B86227-50B1-F36D-1559-EED575372CB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590073D-AADC-657B-EA33-4ECB6DB269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229835-D511-46A2-BBB9-1F5ED455B808}" type="datetimeFigureOut">
              <a:rPr lang="en-IN" smtClean="0"/>
              <a:t>05-10-2023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AA1C683-0B14-94D1-0B2B-697A0AD537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637DFFD-8306-EB39-EB99-CDF10F468A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929337-1685-4592-AADD-2014AE183F2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3961463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2C257FC-E052-5A53-E7F5-C44600B5521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EE0AF8F-963D-2FFA-F89A-B220C745F5D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48E942E-C031-722D-7BAD-C54BEFBF0F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229835-D511-46A2-BBB9-1F5ED455B808}" type="datetimeFigureOut">
              <a:rPr lang="en-IN" smtClean="0"/>
              <a:t>05-10-2023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0865D15-142C-1FD5-88E0-FBC8A6A425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58D9037-F723-264A-03F6-019C275F06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929337-1685-4592-AADD-2014AE183F2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9164603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57761BD-D2B5-FD28-7E4C-67EC55DD65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453C4A6-6602-3E32-D03B-2A249B1CF04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E51BD69-56DA-E000-51AC-9DC6EE2EB8B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0229835-D511-46A2-BBB9-1F5ED455B808}" type="datetimeFigureOut">
              <a:rPr lang="en-IN" smtClean="0"/>
              <a:t>05-10-2023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1268566-0A4F-D020-8BBC-F6C415F5514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4D58E8D-40BF-19B1-D0BD-5071EA94A3A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D929337-1685-4592-AADD-2014AE183F2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4442373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290509AF-5D59-D3B6-C97B-B394E2909EF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82879" y="154745"/>
            <a:ext cx="11859065" cy="6604779"/>
          </a:xfrm>
        </p:spPr>
        <p:txBody>
          <a:bodyPr/>
          <a:lstStyle/>
          <a:p>
            <a:r>
              <a:rPr lang="en-US" sz="2800" b="1" dirty="0"/>
              <a:t>Software Development Life Cycle</a:t>
            </a:r>
          </a:p>
          <a:p>
            <a:r>
              <a:rPr lang="en-US" sz="2800" b="1" dirty="0"/>
              <a:t>V – Model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sz="2000" b="0" i="0" dirty="0">
                <a:solidFill>
                  <a:srgbClr val="333333"/>
                </a:solidFill>
                <a:effectLst/>
                <a:latin typeface="inter-regular"/>
              </a:rPr>
              <a:t>V-Model also referred to as the Verification and Validation Model.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rgbClr val="333333"/>
                </a:solidFill>
                <a:latin typeface="inter-regular"/>
              </a:rPr>
              <a:t>It is the extension for Waterfall Approach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rgbClr val="333333"/>
                </a:solidFill>
                <a:latin typeface="inter-regular"/>
              </a:rPr>
              <a:t>Testing is Associated with every stage of the project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sz="2000" b="1" i="0" dirty="0">
                <a:solidFill>
                  <a:srgbClr val="333333"/>
                </a:solidFill>
                <a:effectLst/>
                <a:latin typeface="inter-bold"/>
              </a:rPr>
              <a:t>Verification:</a:t>
            </a:r>
            <a:r>
              <a:rPr lang="en-US" sz="2000" b="0" i="0" dirty="0">
                <a:solidFill>
                  <a:srgbClr val="333333"/>
                </a:solidFill>
                <a:effectLst/>
                <a:latin typeface="inter-regular"/>
              </a:rPr>
              <a:t>  It is the process of evaluation of the product development process to find whether specified requirements meet.(Before Development of Code)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sz="2000" b="0" i="0" dirty="0">
                <a:solidFill>
                  <a:srgbClr val="333333"/>
                </a:solidFill>
                <a:effectLst/>
                <a:latin typeface="inter-regular"/>
              </a:rPr>
              <a:t> </a:t>
            </a:r>
            <a:r>
              <a:rPr lang="en-US" sz="2000" b="1" i="0" dirty="0">
                <a:solidFill>
                  <a:srgbClr val="333333"/>
                </a:solidFill>
                <a:effectLst/>
                <a:latin typeface="inter-regular"/>
              </a:rPr>
              <a:t>Validation</a:t>
            </a:r>
            <a:r>
              <a:rPr lang="en-US" sz="2000" b="0" i="0" dirty="0">
                <a:solidFill>
                  <a:srgbClr val="333333"/>
                </a:solidFill>
                <a:effectLst/>
                <a:latin typeface="inter-regular"/>
              </a:rPr>
              <a:t> - </a:t>
            </a:r>
            <a:r>
              <a:rPr lang="en-US" sz="2000" i="0" dirty="0">
                <a:solidFill>
                  <a:srgbClr val="333333"/>
                </a:solidFill>
                <a:effectLst/>
                <a:latin typeface="inter-regular"/>
              </a:rPr>
              <a:t>Validation</a:t>
            </a:r>
            <a:r>
              <a:rPr lang="en-US" sz="2000" b="0" i="0" dirty="0">
                <a:solidFill>
                  <a:srgbClr val="333333"/>
                </a:solidFill>
                <a:effectLst/>
                <a:latin typeface="inter-regular"/>
              </a:rPr>
              <a:t> is the process to classify the software after the completion of the development process to determine whether the software meets the customer expectations and requirements. .(After Development of Code)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endParaRPr lang="en-US" sz="1400" b="0" i="0" dirty="0">
              <a:solidFill>
                <a:srgbClr val="333333"/>
              </a:solidFill>
              <a:effectLst/>
              <a:latin typeface="inter-regular"/>
            </a:endParaRPr>
          </a:p>
          <a:p>
            <a:pPr marL="342900" indent="-342900" algn="l">
              <a:buFont typeface="Arial" panose="020B0604020202020204" pitchFamily="34" charset="0"/>
              <a:buChar char="•"/>
            </a:pPr>
            <a:endParaRPr lang="en-US" sz="1400" b="0" i="0" dirty="0">
              <a:solidFill>
                <a:srgbClr val="333333"/>
              </a:solidFill>
              <a:effectLst/>
              <a:latin typeface="inter-regular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IN" sz="1400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A3670E40-B2AA-5D7E-C82A-2006B9235CF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66122" y="3975358"/>
            <a:ext cx="3826450" cy="2882642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1D56A7B6-FFF2-FFE1-EA1D-472D04F8E074}"/>
              </a:ext>
            </a:extLst>
          </p:cNvPr>
          <p:cNvSpPr txBox="1"/>
          <p:nvPr/>
        </p:nvSpPr>
        <p:spPr>
          <a:xfrm flipH="1">
            <a:off x="9813832" y="6125029"/>
            <a:ext cx="237816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Sandeep Bandaru</a:t>
            </a:r>
            <a:endParaRPr lang="en-IN" b="1" dirty="0"/>
          </a:p>
        </p:txBody>
      </p:sp>
    </p:spTree>
    <p:extLst>
      <p:ext uri="{BB962C8B-B14F-4D97-AF65-F5344CB8AC3E}">
        <p14:creationId xmlns:p14="http://schemas.microsoft.com/office/powerpoint/2010/main" val="360977579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B41601D78CED5046A3ACC3258D9C5265" ma:contentTypeVersion="0" ma:contentTypeDescription="Create a new document." ma:contentTypeScope="" ma:versionID="27199a8724019ff3f3187dc850cfa79d">
  <xsd:schema xmlns:xsd="http://www.w3.org/2001/XMLSchema" xmlns:xs="http://www.w3.org/2001/XMLSchema" xmlns:p="http://schemas.microsoft.com/office/2006/metadata/properties" targetNamespace="http://schemas.microsoft.com/office/2006/metadata/properties" ma:root="true" ma:fieldsID="d910b1dd01cba6b220372536387a920f">
    <xsd:element name="properties">
      <xsd:complexType>
        <xsd:sequence>
          <xsd:element name="documentManagement">
            <xsd:complexType>
              <xsd:all/>
            </xsd:complexType>
          </xsd:element>
        </xsd:sequence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6DB7C778-7894-4E4A-B49F-2C91C78F0C11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  <ds:schemaRef ds:uri="http://schemas.microsoft.com/office/infopath/2007/PartnerControls"/>
  </ds:schemaRefs>
</ds:datastoreItem>
</file>

<file path=customXml/itemProps2.xml><?xml version="1.0" encoding="utf-8"?>
<ds:datastoreItem xmlns:ds="http://schemas.openxmlformats.org/officeDocument/2006/customXml" ds:itemID="{8AEA303D-F551-4B94-997B-7186983EF927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9F88915F-2CB7-40EF-A5C7-2C9330D23D8D}">
  <ds:schemaRefs>
    <ds:schemaRef ds:uri="http://purl.org/dc/elements/1.1/"/>
    <ds:schemaRef ds:uri="http://schemas.microsoft.com/office/2006/metadata/properties"/>
    <ds:schemaRef ds:uri="http://purl.org/dc/terms/"/>
    <ds:schemaRef ds:uri="http://schemas.openxmlformats.org/package/2006/metadata/core-properties"/>
    <ds:schemaRef ds:uri="http://schemas.microsoft.com/office/2006/documentManagement/types"/>
    <ds:schemaRef ds:uri="http://schemas.microsoft.com/office/infopath/2007/PartnerControls"/>
    <ds:schemaRef ds:uri="http://www.w3.org/XML/1998/namespace"/>
    <ds:schemaRef ds:uri="http://purl.org/dc/dcmitype/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31</TotalTime>
  <Words>97</Words>
  <Application>Microsoft Office PowerPoint</Application>
  <PresentationFormat>Widescreen</PresentationFormat>
  <Paragraphs>9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7" baseType="lpstr">
      <vt:lpstr>Arial</vt:lpstr>
      <vt:lpstr>Calibri</vt:lpstr>
      <vt:lpstr>Calibri Light</vt:lpstr>
      <vt:lpstr>inter-bold</vt:lpstr>
      <vt:lpstr>inter-regular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Sandeep Bandaru</dc:creator>
  <cp:lastModifiedBy>Sandeep Bandaru</cp:lastModifiedBy>
  <cp:revision>1</cp:revision>
  <dcterms:created xsi:type="dcterms:W3CDTF">2023-10-05T11:38:10Z</dcterms:created>
  <dcterms:modified xsi:type="dcterms:W3CDTF">2023-10-05T12:09:32Z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0x010100B41601D78CED5046A3ACC3258D9C5265</vt:lpwstr>
  </property>
</Properties>
</file>