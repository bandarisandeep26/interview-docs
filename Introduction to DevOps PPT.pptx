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68" r:id="rId7"/>
    <p:sldId id="269" r:id="rId8"/>
    <p:sldId id="271" r:id="rId9"/>
    <p:sldId id="259" r:id="rId10"/>
    <p:sldId id="260" r:id="rId11"/>
    <p:sldId id="261" r:id="rId12"/>
    <p:sldId id="262" r:id="rId13"/>
    <p:sldId id="272" r:id="rId14"/>
    <p:sldId id="263" r:id="rId15"/>
    <p:sldId id="267" r:id="rId16"/>
    <p:sldId id="273" r:id="rId17"/>
    <p:sldId id="274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41D20-CD06-4DF3-80D1-4C7F231C2872}" v="3" dt="2023-12-19T12:24:50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94492" autoAdjust="0"/>
  </p:normalViewPr>
  <p:slideViewPr>
    <p:cSldViewPr>
      <p:cViewPr varScale="1">
        <p:scale>
          <a:sx n="69" d="100"/>
          <a:sy n="69" d="100"/>
        </p:scale>
        <p:origin x="930" y="6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Bandaru" userId="87af4f46-0ff3-416d-b26c-0f70481878b5" providerId="ADAL" clId="{B3841D20-CD06-4DF3-80D1-4C7F231C2872}"/>
    <pc:docChg chg="modSld">
      <pc:chgData name="Sandeep Bandaru" userId="87af4f46-0ff3-416d-b26c-0f70481878b5" providerId="ADAL" clId="{B3841D20-CD06-4DF3-80D1-4C7F231C2872}" dt="2023-12-19T12:24:50.847" v="6"/>
      <pc:docMkLst>
        <pc:docMk/>
      </pc:docMkLst>
      <pc:sldChg chg="modSp mod">
        <pc:chgData name="Sandeep Bandaru" userId="87af4f46-0ff3-416d-b26c-0f70481878b5" providerId="ADAL" clId="{B3841D20-CD06-4DF3-80D1-4C7F231C2872}" dt="2023-12-19T10:49:58.560" v="3" actId="1076"/>
        <pc:sldMkLst>
          <pc:docMk/>
          <pc:sldMk cId="1544840953" sldId="267"/>
        </pc:sldMkLst>
        <pc:spChg chg="mod">
          <ac:chgData name="Sandeep Bandaru" userId="87af4f46-0ff3-416d-b26c-0f70481878b5" providerId="ADAL" clId="{B3841D20-CD06-4DF3-80D1-4C7F231C2872}" dt="2023-12-19T10:49:58.560" v="3" actId="1076"/>
          <ac:spMkLst>
            <pc:docMk/>
            <pc:sldMk cId="1544840953" sldId="267"/>
            <ac:spMk id="17" creationId="{04F86F7B-03FA-DA8E-D412-A993BBCD1BA6}"/>
          </ac:spMkLst>
        </pc:spChg>
      </pc:sldChg>
      <pc:sldChg chg="modAnim">
        <pc:chgData name="Sandeep Bandaru" userId="87af4f46-0ff3-416d-b26c-0f70481878b5" providerId="ADAL" clId="{B3841D20-CD06-4DF3-80D1-4C7F231C2872}" dt="2023-12-19T12:24:50.847" v="6"/>
        <pc:sldMkLst>
          <pc:docMk/>
          <pc:sldMk cId="286871057" sldId="272"/>
        </pc:sldMkLst>
      </pc:sldChg>
      <pc:sldChg chg="addSp modSp mod">
        <pc:chgData name="Sandeep Bandaru" userId="87af4f46-0ff3-416d-b26c-0f70481878b5" providerId="ADAL" clId="{B3841D20-CD06-4DF3-80D1-4C7F231C2872}" dt="2023-12-19T10:49:26.842" v="2" actId="208"/>
        <pc:sldMkLst>
          <pc:docMk/>
          <pc:sldMk cId="554881842" sldId="273"/>
        </pc:sldMkLst>
        <pc:spChg chg="add mod">
          <ac:chgData name="Sandeep Bandaru" userId="87af4f46-0ff3-416d-b26c-0f70481878b5" providerId="ADAL" clId="{B3841D20-CD06-4DF3-80D1-4C7F231C2872}" dt="2023-12-19T10:49:26.842" v="2" actId="208"/>
          <ac:spMkLst>
            <pc:docMk/>
            <pc:sldMk cId="554881842" sldId="273"/>
            <ac:spMk id="2" creationId="{61F56F46-E7C1-F0EC-91A9-CA2402ACE42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12/19/2023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39.67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42.52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47.43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1 123,'212'14,"-81"-3,-64-7,432 9,-465-16,-1-2,34-9,-37 7,2 1,39-2,-23 9,0 2,54 10,24 3,449-5,-497-11,-39 0,1-1,-1-2,0-2,0-1,-1-2,0-2,0-1,-1-2,61-31,-75 28,-22 15,-1 1,0 0,1-1,-1 1,0-1,1 1,-1-1,0 1,0-1,1 1,-1-1,0 1,0-1,0 1,0-1,1 1,-1-1,0 1,0-1,0 1,0-1,0 1,0-1,-1 0,1 0,-2-1,0 0,-1 0,1 1,-1-1,1 1,-1-1,0 1,1 0,-1 0,0 0,0 1,0-1,0 1,0-1,0 1,-3 0,-106-11,0 5,-132 10,-229 37,459-39,-926 148,791-105,127-41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47.94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48.30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48.63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51.02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2783 1001,'27'-11,"1"1,50-11,-17 7,921-213,-12 3,-171 3,-783 216,0-1,0 0,27-17,-41 20,-12 4,-32 7,-1 2,-589 80,-15-35,480-42,-144 11,-528 45,0 38,-201 109,35 106,977-311,4-3,2 1,-1 0,1 2,0 1,1 1,-20 16,37-27,1 1,0 0,-1 1,1-1,0 1,1-1,-1 1,1 0,-1 0,1 0,1 0,-1 0,0 0,1 1,0-1,0 1,0-1,1 1,-1 5,2-4,0 0,1 0,-1 0,1 0,0 0,1 0,0-1,0 1,0-1,0 0,1 0,0 0,0 0,9 7,5 5,1 0,2-2,-1-1,2 0,38 18,-1-6,84 24,197 32,-153-53,0-7,1-9,244-14,-186-17,-2-11,257-64,463-198,-50-99,-787 329,212-137,-338 197,23-15,-1 0,-1-2,-1-1,34-37,-51 52,-1 0,1-1,-1 1,0-1,-1 0,1 0,-1 0,0 0,0 0,-1-1,1 1,-1-1,0 1,-1-1,1 1,-1-1,0 1,-1-1,1 1,-1-1,0 1,0-1,-1 1,0 0,0 0,0 0,0 0,-1 0,0 0,-5-7,-5-3,-1-1,-1 2,0 0,0 0,-2 2,-29-18,-5 1,-71-29,26 21,-1 4,-2 5,-1 3,-1 6,0 3,-1 5,-1 5,-128 8,58 11,2 8,0 7,2 8,-184 63,201-47,1 6,4 6,2 7,-192 126,243-131,2 3,3 4,4 5,3 2,4 5,-131 181,79-58,108-168,1 2,3 0,-15 50,31-87,0 1,1-1,0 1,0-1,0 1,1-1,0 1,0 0,0-1,2 8,-1-11,0 0,0 1,0-1,0 0,0 0,1 1,-1-1,1 0,-1-1,1 1,0 0,0 0,0-1,0 1,0-1,0 1,0-1,1 0,-1 0,0 0,1 0,-1-1,1 1,2 0,6 1,0-1,0 0,0-1,0 0,0 0,0-1,0-1,0 0,18-6,13-6,49-23,44-29,-3-5,147-106,222-210,-188 106,-309 278,0 0,0-1,-1 1,1-1,-1 0,0 0,0-1,0 1,-1 0,0-1,1 0,-2 0,1 1,0-1,-1 0,1-8,-3 9,0 0,0 0,0 1,0-1,-1 0,1 1,-1-1,0 1,0-1,0 1,-1 0,1 0,-1 0,0 0,0 0,0 1,0-1,0 1,-1 0,1 0,-1 0,-5-2,-16-8,-1 2,-1 0,1 2,-1 1,0 1,-1 1,1 1,-1 2,-53 2,7 5,0 3,-114 27,123-19,1 3,1 2,1 4,1 2,1 2,1 4,-56 41,74-44,1 3,2 1,1 1,1 3,3 0,1 3,2 0,1 2,-37 78,50-86,1 0,2 2,2-1,1 1,2 1,-5 53,13-83,-1 1,2 0,-1-1,1 1,0-1,1 1,0-1,1 0,-1 1,1-1,1 0,0-1,0 1,0-1,1 0,0 0,1 0,-1 0,1-1,0 0,1 0,0-1,9 6,9 4,0-1,1-1,0-2,1 0,53 12,-17-8,1-4,0-2,0-3,1-3,113-10,-74-4,-1-5,183-53,-210 44,0-2,-2-4,-2-3,-1-3,116-81,-151 91,-1 0,-1-3,-2-1,-1-1,-1-1,-2-2,-2-1,-1-1,-2-1,-1-1,28-73,-43 91,0 0,-2-1,6-40,-10 53,-1 0,0 0,0 0,-1 1,0-1,-1 0,0 0,0 1,-1-1,0 1,-1 0,-7-14,1 7,-1 1,0 0,-1 1,-1 0,0 1,-1 0,0 1,0 1,-1 0,-17-7,-16-6,0 2,-65-19,45 21,0 3,-2 2,1 4,-1 3,-1 3,1 3,-1 3,1 3,-96 20,104-12,1 2,0 3,2 3,0 2,2 3,0 2,2 3,1 2,2 2,-86 76,94-68,2 2,2 2,2 2,-53 87,69-97,2 1,2 1,1 1,2 0,3 1,1 0,-7 51,16-78,1-1,0 0,1 1,0-1,2 1,0-1,0 0,8 24,-6-29,0 1,1-2,1 1,-1-1,1 1,1-1,0-1,0 0,1 0,0 0,0-1,19 13,3-3,0-1,1-2,1-1,1-1,-1-2,2-1,-1-1,59 4,-15-6,0-4,0-2,0-5,0-2,0-4,-1-4,-1-2,118-45,-80 17,-3-4,-2-5,-2-5,179-133,-203 128,103-105,-146 128,-2-1,-2-2,-2-1,33-59,-62 96,1 0,-1-1,0 1,-1-1,0 0,0 0,-1 0,0 0,0-13,-2 18,0 0,-1 0,0 1,0-1,0 0,0 1,0-1,-1 1,0-1,0 1,0 0,0 0,0-1,0 2,-1-1,0 0,0 0,1 1,-1 0,-1-1,1 1,0 0,0 0,-1 1,-5-3,-15-5,0 0,0 2,-1 1,1 1,-2 0,-40 0,-157 9,207-3,-154 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57.07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57.49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57.87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8:58.86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1008 1572,'100'-87,"-22"21,219-215,-12-12,335-449,-608 726,-4 6,-1 1,0-1,-1-1,0 1,5-14,-10 24,-1 0,0 0,0 0,1-1,-1 1,0 0,0-1,0 1,0 0,1 0,-1-1,0 1,0 0,0-1,0 1,0 0,0-1,0 1,0 0,0-1,0 1,0 0,0-1,0 1,0 0,0-1,-1 1,1 0,0-1,0 1,0 0,0 0,0-1,-1 1,1 0,0 0,0-1,-1 1,1 0,0 0,0 0,-1-1,1 1,0 0,-1 0,1 0,0 0,0 0,-1-1,1 1,0 0,-1 0,1 0,0 0,-1 0,1 0,0 0,-1 0,0 1,-21 7,-262 175,230-144,-497 382,-52 37,429-343,-333 166,484-271,-87 37,98-43,-1 0,0-1,1 0,-2-1,1 0,-16 0,29-3,0 1,0 0,0 0,0 0,0 0,0-1,0 1,0 0,0 0,0 0,0 0,0-1,0 1,0 0,0 0,0 0,0 0,0-1,0 1,0 0,0 0,0 0,0 0,0-1,0 1,0 0,0 0,0 0,0 0,-1-1,1 1,0 0,0 0,0 0,0 0,0 0,-1 0,1 0,0 0,0-1,0 1,0 0,-1 0,1 0,0 0,0 0,0 0,0 0,-1 0,29-15,1 1,1 2,0 0,32-7,-11 4,161-62,-4-10,-3-8,218-138,-393 215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9:01.36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1345 2785,'304'-23,"52"7,147 7,1476 27,-937-2,-638-15,-328-1,59 0,147-19,-266 17,0-1,0 0,-1-1,20-8,-33 12,0-1,1 0,-1 0,0 0,0 0,0 0,0-1,0 1,0 0,-1-1,1 0,0 1,-1-1,1 0,-1 0,0 0,1 0,-1 0,0 0,0 0,0 0,-1-1,1 1,0 0,-1-1,0 1,1 0,-1-1,0 1,0 0,0-1,-1 1,1 0,-1-1,0-2,-4-5,-1 0,1 0,-2 1,1 0,-1 0,-1 0,0 1,0 0,0 1,-11-7,-27-21,-2 2,-66-33,-199-75,132 78,-320-67,-215 28,453 85,-1 11,0 12,0 11,2 12,1 11,2 12,3 11,2 11,4 11,-310 151,524-218,-175 91,171-85,2 1,0 2,-34 33,63-52,1-1,1 1,-1 1,2-1,-12 18,17-24,0 0,0 1,0-1,0 0,0 0,1 0,-1 0,1 1,-1-1,1 0,0 0,0 1,0-1,0 0,1 1,-1-1,1 0,-1 0,1 0,0 1,-1-1,1 0,0 0,1 0,-1 0,0 0,1-1,-1 1,1 0,-1-1,1 1,0 0,-1-1,1 0,2 2,9 5,0-1,1 0,0-1,0-1,0 0,0 0,16 1,123 14,-17-12,0-7,212-25,269-88,-438 69,-2-8,-3-8,244-119,-397 169,0-1,-2-2,1 0,-1-1,-1 0,0-2,19-19,-36 32,0 1,0 0,1 0,-1-1,0 1,0-1,0 1,-1-1,1 1,0-1,0 0,-1 1,1-1,-1 0,0 1,1-1,-1 0,0 0,0 0,0 1,0-1,0 0,-1 0,1 1,0-1,-1 0,1 1,-1-1,0 0,0 1,1-1,-3-1,-1-1,-1 0,0 0,0 1,0-1,0 1,0 1,-1-1,1 1,-13-4,-37-7,0 1,-1 4,0 1,-1 3,-65 5,-28 5,0 7,-282 62,259-31,2 8,-189 86,281-101,1 2,2 5,2 2,-84 70,150-110,-1 2,1-1,0 1,1 0,-1 1,-10 16,17-23,1 0,-1-1,0 1,0 0,1 0,-1 0,1 0,0 0,-1 0,1 0,0 0,0 0,0 0,1 0,-1 0,0 0,2 3,-1-2,1-1,-1 1,1-1,0 0,0 1,0-1,0 0,0 0,0-1,1 1,-1 0,1-1,-1 1,1-1,5 2,21 6,1-1,-1-1,2-1,-1-2,0-1,1-2,37-2,24-4,-1-5,110-24,176-64,-168 32,383-180,-574 238,56-32,-71 39,0-1,0 0,0 0,-1 0,1 0,0 0,-1-1,1 1,-1-1,0 0,0 0,0 0,0 0,-1 0,1 0,1-5,-4 6,1 0,-1 0,1 0,-1 0,0 1,0-1,0 0,0 0,0 0,0 1,-1-1,1 1,0-1,-1 1,1 0,-1-1,0 1,1 0,-1 0,0 0,0 0,0 0,1 1,-1-1,0 0,-4 0,-15-6,-1 1,0 0,0 2,-46-4,-110 6,65 8,0 4,0 6,2 4,-189 61,204-47,1 4,2 4,3 4,1 4,-132 100,113-61,4 5,4 5,4 4,5 3,5 5,-110 187,168-252,2 1,2 1,3 2,-24 78,43-119,-1 1,2-1,-1 1,1 0,1 0,-1-1,2 1,0 0,0 0,0-1,1 1,1 0,-1-1,6 10,-4-12,0 0,0-1,1 0,0 0,0 0,1 0,-1-1,1 0,0 0,1-1,-1 1,1-2,0 1,0-1,0 0,0 0,1-1,11 3,2-1,0 0,0-2,0-1,0 0,1-2,31-4,-7-3,-1-1,56-21,-19 0,-2-4,-1-3,109-70,203-180,-228 148,-6-8,-8-6,219-289,-343 410,48-73,-65 93,-1-1,-1 0,0 0,-1 0,0-1,3-15,-7 24,0 0,-1 0,0 0,0 0,0-1,0 1,-1 0,0 0,0 0,0 0,-1 0,1 0,-1 0,-1 0,1 1,-1-1,1 1,-1 0,0-1,-1 1,1 1,-1-1,0 0,0 1,0 0,0 0,0 0,-1 0,-5-2,-6-3,-1 2,1 0,-1 0,0 1,-1 2,1-1,-30 0,11 3,0 1,0 2,-1 2,2 1,-62 18,44-6,0 2,1 3,-56 32,1 11,3 5,-158 138,11 21,9 11,-335 431,505-578,-115 198,177-273,1 0,1 0,-10 36,16-50,1 1,0-1,1 0,-1 0,1 0,0 0,0 1,0-1,1 0,-1 0,1 0,0 0,0 0,0 0,1 0,0 0,-1 0,1 0,1-1,-1 1,0-1,1 1,4 4,-2-5,1 1,-1-1,1 0,-1 0,1 0,0-1,0 0,0 0,0-1,1 1,-1-2,0 1,1 0,-1-1,0 0,7-1,13-3,0 0,0-1,-1-1,0-2,45-20,8-9,135-87,162-151,68-113,-106 56,-15-13,-15-14,439-671,-478 576,-80 76,-140 271,-5-3,47-188,-83 272,-2-1,0 0,-2 1,-1-1,-2-28,0 49,-1-1,0 0,0 1,-1-1,0 1,0 0,0 0,-1-1,0 1,0 1,0-1,-1 0,0 1,0 0,-1 0,1 0,-1 0,0 1,0 0,-1 0,1 0,-1 1,0 0,-10-5,-1 2,1 1,0 1,-1 0,0 2,0 0,0 0,0 2,-25 1,3 3,0 2,-72 20,21 4,2 4,2 4,1 3,2 4,3 4,-89 70,-3 18,-240 248,159-111,12 11,13 10,13 9,-340 646,464-763,-81 237,171-420,-55 182,52-166,0-1,1 1,2 0,0 0,0 0,6 39,-3-50,0-1,0 1,1-1,0 0,1 0,-1 0,1 0,1 0,0-1,0 0,0 0,1 0,0-1,10 9,-5-7,0 0,1-1,1 0,-1 0,1-2,0 1,0-2,23 6,-7-5,0-1,0-1,0-2,0 0,52-7,-24-3,-1-2,-1-2,82-32,-32 1,163-92,157-140,-173 84,-9-10,327-349,-376 333,-9-9,290-466,-386 537,80-195,-129 250,-4-1,-5-2,20-117,-44 182,-2 0,-1 0,-2 0,-2 0,-1 0,-8-44,5 64,0 1,-1-1,-1 1,-1 1,0-1,-2 1,0 0,-1 1,0 0,-1 1,-1 0,0 0,-1 1,-19-15,4 8,0 1,-2 1,0 2,-1 1,0 1,-1 2,-1 1,0 2,-48-9,29 10,-1 2,1 3,-1 2,0 2,-91 13,67 1,1 3,1 4,1 3,0 3,-110 58,34-1,-212 157,153-81,6 10,-184 201,172-136,-246 347,319-376,-148 286,223-358,6 3,6 2,-53 206,67-150,37-170,2 1,0-1,2 0,1 0,6 38,-5-51,1-1,0 0,1 0,1 0,0 0,0-1,1 1,0-1,1-1,0 1,0-1,1 0,1-1,-1 0,1 0,1-1,-1 0,12 6,1-2,0-1,0 0,1-2,0 0,1-2,0-1,46 5,-22-7,-1-3,0-1,0-3,0-1,-1-3,0-1,0-3,46-17,15-15,-1-4,119-73,-24-3,-4-8,226-200,-187 119,247-289,-309 296,159-243,-247 316,-6-4,-6-3,65-174,-70 105,-60 175,-3 0,0 0,-2 0,-1-36,-3 56,-1 0,0 1,-1-1,-1 1,0 0,-1 0,0 0,-1 0,0 1,-1-1,-1 1,0 1,0-1,-1 1,-1 1,0-1,0 1,-1 1,0 0,-1 0,0 1,0 1,-20-11,3 5,-1 1,0 1,0 1,-1 2,-1 1,1 2,-1 0,0 2,-46 2,17 4,2 2,-1 3,1 2,0 3,-69 25,44-6,2 2,1 5,-74 48,26-2,4 6,4 5,-185 192,145-113,8 7,8 6,9 6,8 6,9 6,9 4,-107 296,177-401,4 2,5 1,5 2,-13 140,36-234,1 0,0 1,1-1,1 1,1-1,5 23,-5-33,0 0,0-1,1 1,-1-1,1 1,1-1,-1 0,1 0,-1-1,1 1,1-1,-1 0,1 0,-1 0,1 0,0-1,1 0,-1 0,9 3,-4-2,1-1,-1 0,0-1,1 0,0-1,-1 0,1 0,0-1,-1-1,1 0,0 0,-1-1,1 0,-1-1,12-5,7-3,-1-3,0 0,-1-2,27-20,14-15,-2-3,-3-3,-2-3,-3-2,65-91,-45 42,-4-4,93-195,-136 245,-3-2,-3 0,-3-2,26-142,-45 193,-1 1,-1-1,0 0,-1 1,-3-24,1 34,1 0,-1 1,0-1,-1 1,1-1,-1 1,-1 0,1 0,-1 0,0 0,0 1,-1-1,0 1,0 0,-10-7,-3 0,0 2,-1 0,0 1,-1 1,1 0,-2 2,1 1,-1 0,1 1,-40-1,-13 2,-131 13,97 0,0 5,1 4,1 5,1 4,1 5,-136 64,185-65,42-15,18-7,-2-9,0 0,0 0,0 0,0 0,0 0,0-1,0 0,4 0,33-3,-1-2,1-1,77-23,117-56,-208 75,-18 8,-1-1,0 0,0 0,-1 0,1-1,-1 0,0-1,0 1,0-2,0 1,11-12,-18 16,0 0,0 1,0-1,1 0,-1 0,0 1,0-1,0 0,0 1,0-1,-1 0,1 0,0 1,0-1,0 0,-1 0,1 1,0-1,-1 0,1 1,0-1,-1 1,1-1,-1 0,1 1,-1-1,1 1,-1-1,1 1,-1 0,0-1,1 1,-1 0,0-1,1 1,-1 0,0 0,0-1,1 1,-1 0,0 0,1 0,-1 0,-1 0,-22-5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9:03.48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2820 1131,'148'-50,"881"-277,1197-288,-2134 590,4-2,0 4,138-16,-193 39,-23 4,-18-4,0 0,1 0,-1 0,0 1,0-1,0 0,0 0,0 0,1 0,-1 1,0-1,0 0,0 0,0 1,0-1,0 0,0 0,0 0,0 1,0-1,0 0,0 0,0 1,0-1,0 0,0 0,0 0,0 1,0-1,0 0,0 0,0 1,0-1,0 0,-1 0,1 0,0 0,0 1,0-1,0 0,0 0,-1 0,1 0,0 1,0-1,0 0,-1 0,1 0,0 0,0 0,0 0,-1 0,-9 7,-1-1,0 0,-1 0,1-2,-1 1,0-1,-15 2,18-3,-346 67,155-36,-1484 267,1474-265,114-20,-156 31,210-37,1 2,-1 2,-62 30,102-43,0 0,0 0,0 0,0 0,0 0,0 1,0-1,0 1,0-1,1 1,-1 0,1 0,-1 0,0 2,2-4,0 1,0 0,0-1,0 1,0 0,0-1,0 1,0-1,0 1,0 0,1-1,-1 1,0-1,0 1,1-1,-1 1,0 0,1-1,-1 0,1 1,-1-1,1 1,-1-1,1 1,-1-1,1 0,-1 1,1-1,-1 0,1 0,1 1,8 2,0 1,0-2,0 0,1 0,13 0,110 5,186-15,143-40,713-154,-31-114,-1036 274,-79 19,-29 23,-1-1,1 0,-1 1,1-1,-1 0,0 1,1-1,-1 0,0 0,0 1,1-1,-1 0,0 0,0 0,0 1,0-1,0 0,0 0,0 0,0 1,0-1,-1 0,1 0,-1-1,-2-1,0 0,0-1,-1 2,1-1,-1 0,1 1,-1 0,0-1,0 2,-1-1,1 0,0 1,0 0,-5-1,-32-8,0 2,-60-4,-209 4,-115 35,-89 52,-80 65,-91 83,-61 75,-1325 747,1567-741,122-41,108-47,227-181,2 3,2 1,2 3,2 1,-33 52,64-84,0-1,0 1,2 1,0-1,0 1,2 0,0 0,1 1,0-1,2 1,0-1,1 22,1-26,1 0,0 0,1-1,0 1,1-1,0 1,1-1,0-1,1 1,0-1,0 0,1 0,1 0,-1-1,2-1,-1 1,1-1,11 7,6 3,1-1,1-1,1-2,32 12,137 36,-76-31,2-6,0-5,1-6,0-5,1-5,178-18,153-67,-139-5,-5-14,546-256,-456 151,569-390,-512 250,-437 326,-1-1,-1-1,29-36,-47 53,0 0,-1-1,1 1,-1-1,0 0,0 0,0 0,-1 0,1-6,-1 8,-1 0,0 1,0-1,0 0,-1 1,1-1,-1 1,1-1,-1 1,0-1,0 1,0-1,0 1,-3-4,-1 0,-1 1,1 0,-1 0,0 1,-1-1,1 1,-1 1,1-1,-1 1,0 0,-1 1,-12-3,-18-4,0 2,-1 1,-63 0,11 7,-130 17,-166 55,-63 58,58 13,-605 314,-314 311,1243-726,-82 69,139-103,0 1,1 0,0 1,1 0,0 0,1 1,0 0,-9 20,16-27,-1-1,1 0,0 0,0 0,0 1,1-1,-1 1,1-1,0 0,1 1,-1-1,1 1,0-1,0 0,0 0,0 1,1-1,-1 0,1 0,0 0,1-1,-1 1,1 0,-1-1,1 1,0-1,0 0,1 0,4 3,4 2,0 0,1-1,0-1,0 0,1 0,0-1,0-1,0 0,25 2,4-1,-1-1,0-3,1-1,49-7,-8-6,1-3,99-33,244-112,-22-25,424-265,331-329,-1100 736,-14 11,0-2,-3-2,46-48,-86 80,0 0,0 0,0 0,-1-1,0 1,4-11,-6 14,0 0,-1 0,1-1,-1 1,0 0,1-1,-1 1,0 0,0-1,-1 1,1 0,0-1,-1 1,-1-4,-1 2,0-1,0 1,-1-1,1 1,-1 0,0 1,0-1,-1 1,1-1,-1 1,0 0,0 1,0-1,0 1,-8-2,-17-7,-1 1,0 2,0 1,-47-4,-147 4,88 15,0 5,1 7,-251 69,150-14,-289 136,194-51,7 14,-574 413,776-495,5 5,-171 181,217-195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8T09:29:05.73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335 715,'397'-12,"397"-63,-550 49,70-10,-247 29,67 1,-71 5,89-14,-101 4,-30 6,-21 5,0-1,0 1,0 0,0 0,0 0,0 0,0 0,0 0,0 0,0 0,0 0,0-1,0 1,0 0,0 0,0 0,0 0,0 0,0 0,0 0,0 0,0 0,0-1,0 1,0 0,0 0,0 0,0 0,0 0,0 0,1 0,-1 0,0 0,0 0,0 0,0 0,0-1,-195-3,121 4,-1422 71,1417-65,-284 30,267-22,-156 44,234-50,25-3,45-2,113-9,318-54,-476 59,376-71,644-206,-764 177,-233 83,-29 17,-1 1,0 0,0 0,0 0,1 0,-1 0,0 0,0-1,0 1,0 0,1 0,-1 0,0-1,0 1,0 0,0 0,0 0,0-1,0 1,1 0,-1 0,0-1,0 1,0 0,0 0,0 0,0-1,0 1,0 0,0 0,0-1,0 1,-1 0,1 0,0-1,0 1,0 0,0 0,0 0,0-1,0 1,-1 0,1 0,0 0,0 0,0-1,0 1,-1 0,1 0,0 0,0 0,0 0,-1-1,-7 0,0 0,0 0,0 1,-1 0,1 0,-10 2,-133 16,-245 63,-156 76,391-108,-58 14,-255 83,462-142,-12 4,38-16,14-7,682-408,-506 290,-28 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12/19/2023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5B7DE-1198-4F2F-B574-CA8CAE3416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3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27BB-79C5-E5FA-66A7-47C242B1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A2331-C835-CF61-4AF2-923E42D05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E41DF-E7FC-AA4E-C3CD-79D00CD5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0D4F-3492-91B4-7271-5C7994E5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19804-AD41-92DE-E843-DC2B67E4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50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C53C-6B25-8598-C54C-553F3C10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593C-D372-7D45-2ED6-6D63DBE6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879DF-00BD-7FF4-75FE-BBA65CCE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AF6FA-0E8A-C5D4-86FE-AE4D8175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A0FBE-09ED-3DB7-91B0-DDEC15F3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68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2961-D6AB-581F-2150-696A46050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702C-D01D-D06D-FBE6-031474FEE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AF732-0F9F-A89F-710A-88DD0335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1734-2DEE-77E8-44AD-88CF98FE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A2AF2-9725-0B6B-26FD-6A513619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1469-3533-9846-EABE-34C0AAA9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8EAE8-D94E-CAD4-8D83-2FBBD4ADC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F7F6A-38A3-9762-69CA-F2D42031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5B8D0-02B8-2AB1-8B1D-05D699F8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430FE-C71F-F125-AE47-AB680EC1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1A55E-4CC0-0A20-67A6-B50A4376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17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36E7-0339-6B1F-355C-ADDB91220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8360-7D7D-E93F-2E83-A20AD3BB4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E2915-322C-7384-375A-B8C96283F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F3402-8459-0B44-CDA9-59787D1AB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57F63-2228-99C4-38BA-60256628C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7E55B-9F4E-BE8A-E7C7-DC01FF64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2F0C0-B19C-0BF5-E746-AD6E57AE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F5B8C-0A07-E709-57BA-E5A9BCFC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00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E1B0-C3BE-94F7-1F48-875B1754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ED218-3BFA-D0DA-98DB-78DE7C45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011C6-4838-6ADB-00A2-92B08C3B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0A789-06DD-ACA9-8B8B-2E9FE8CD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5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7F6AA3-5346-34C7-125E-2FA34FC3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DCCC6-3BF8-3108-1738-3041FEE8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0FD92-99E8-740E-5E07-AACD0756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35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E786-22C4-22A9-7C75-AD6C873F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A280-690D-41AF-D01E-A0648222B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814F6-4BE8-2B5E-6CA2-AD73A94FC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33FA-8994-1D47-ABF6-0044230C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E3D68-CF9F-FAC0-D4EC-C9E22BA4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2AC38-D99A-FAE6-E199-CC6012E0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08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AF11-0730-7AAB-CFEF-CB355A0D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93EDD-CAAF-6AC8-2445-13F33061A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14024-E6C7-D0D4-8B55-172D66AE9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80CC4-8E46-D4F8-8319-A8782F95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C8633-DF77-E8E0-A35A-3C964A4A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A0E68-4188-359B-01EE-7E449E94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31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94A8-E40B-79D3-153C-9AE5DB23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E9CFB-072D-A758-52C2-B83B9D4E5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D41AC-DCE7-23D6-4792-B6177203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68599-34FF-8C72-1589-A7466448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68C6C-C3C7-9217-105F-D219A501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75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54BB0-4712-D2BA-B81B-C2D8C968A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F6B58-64F2-82BA-1284-F9DD11FD9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4AFAD-70E3-92E0-E586-21665D43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DDA1D-FC00-B1F0-10D4-4182C60A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AA8C1-D598-1D5C-E005-70977122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21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8A2C2-DBCA-B129-9F5E-DEB51ECB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A23FF-9DA6-5165-0FFD-61464623D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F41B4-FDED-D4B1-B9F3-193270A5C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E8617-6EA8-4B97-A5E8-E18E98765EE2}" type="datetime1">
              <a:rPr lang="en-US" smtClean="0"/>
              <a:pPr/>
              <a:t>12/19/2023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C4562-58B6-CB73-612F-3F16C346A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6BC7-9602-79CC-DD62-192C875AC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99D79-8A4B-4031-B1E0-AF26F8EDF2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1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18" Type="http://schemas.openxmlformats.org/officeDocument/2006/relationships/customXml" Target="../ink/ink12.xml"/><Relationship Id="rId3" Type="http://schemas.openxmlformats.org/officeDocument/2006/relationships/customXml" Target="../ink/ink1.xml"/><Relationship Id="rId21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6.png"/><Relationship Id="rId17" Type="http://schemas.openxmlformats.org/officeDocument/2006/relationships/image" Target="../media/image7.png"/><Relationship Id="rId2" Type="http://schemas.openxmlformats.org/officeDocument/2006/relationships/image" Target="../media/image3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5" Type="http://schemas.openxmlformats.org/officeDocument/2006/relationships/customXml" Target="../ink/ink10.xml"/><Relationship Id="rId23" Type="http://schemas.openxmlformats.org/officeDocument/2006/relationships/image" Target="../media/image10.png"/><Relationship Id="rId10" Type="http://schemas.openxmlformats.org/officeDocument/2006/relationships/customXml" Target="../ink/ink6.xml"/><Relationship Id="rId19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customXml" Target="../ink/ink5.xml"/><Relationship Id="rId14" Type="http://schemas.openxmlformats.org/officeDocument/2006/relationships/customXml" Target="../ink/ink9.xml"/><Relationship Id="rId22" Type="http://schemas.openxmlformats.org/officeDocument/2006/relationships/customXml" Target="../ink/ink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5980" y="836712"/>
            <a:ext cx="8277523" cy="1296144"/>
          </a:xfrm>
        </p:spPr>
        <p:txBody>
          <a:bodyPr anchor="b">
            <a:normAutofit/>
          </a:bodyPr>
          <a:lstStyle/>
          <a:p>
            <a:r>
              <a:rPr lang="en-US" b="1"/>
              <a:t>Introduction to DevOps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DA17D3-55CE-69E9-07D5-5E78851BFB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32" t="42758" r="26401" b="21196"/>
          <a:stretch/>
        </p:blipFill>
        <p:spPr>
          <a:xfrm>
            <a:off x="2854052" y="2492896"/>
            <a:ext cx="5832648" cy="30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011AC9-D25D-4A1F-B4A4-53DC4DCAF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8103" r="25825" b="23436"/>
          <a:stretch/>
        </p:blipFill>
        <p:spPr>
          <a:xfrm>
            <a:off x="263988" y="620688"/>
            <a:ext cx="11663071" cy="5440576"/>
          </a:xfrm>
        </p:spPr>
      </p:pic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92CFE-8B29-3925-EE95-05DC0B06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F39AD9-CC1F-AFF7-3A4D-6B8EE0345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50" t="18645" r="24880" b="13506"/>
          <a:stretch/>
        </p:blipFill>
        <p:spPr>
          <a:xfrm>
            <a:off x="262070" y="365126"/>
            <a:ext cx="11520974" cy="612774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944B99-B1A0-7CC3-6CE2-4E00AC841EE0}"/>
                  </a:ext>
                </a:extLst>
              </p14:cNvPr>
              <p14:cNvContentPartPr/>
              <p14:nvPr/>
            </p14:nvContentPartPr>
            <p14:xfrm>
              <a:off x="7576057" y="69628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944B99-B1A0-7CC3-6CE2-4E00AC841E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2417" y="5882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DC7217-E1E5-C800-6C51-F919B90C5FD6}"/>
                  </a:ext>
                </a:extLst>
              </p14:cNvPr>
              <p14:cNvContentPartPr/>
              <p14:nvPr/>
            </p14:nvContentPartPr>
            <p14:xfrm>
              <a:off x="9854857" y="576192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DC7217-E1E5-C800-6C51-F919B90C5F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01217" y="56539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AFD413E-DE09-A7C0-7055-D94EC3271599}"/>
                  </a:ext>
                </a:extLst>
              </p14:cNvPr>
              <p14:cNvContentPartPr/>
              <p14:nvPr/>
            </p14:nvContentPartPr>
            <p14:xfrm>
              <a:off x="10391977" y="6254760"/>
              <a:ext cx="945720" cy="88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AFD413E-DE09-A7C0-7055-D94EC32715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38337" y="6146760"/>
                <a:ext cx="10533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95CA7CF-75F6-5581-2FC8-C0C26026D625}"/>
                  </a:ext>
                </a:extLst>
              </p14:cNvPr>
              <p14:cNvContentPartPr/>
              <p14:nvPr/>
            </p14:nvContentPartPr>
            <p14:xfrm>
              <a:off x="10566577" y="63429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95CA7CF-75F6-5581-2FC8-C0C26026D6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2577" y="62349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277996-90DB-CC15-F4EC-5F27C82EDBBD}"/>
                  </a:ext>
                </a:extLst>
              </p14:cNvPr>
              <p14:cNvContentPartPr/>
              <p14:nvPr/>
            </p14:nvContentPartPr>
            <p14:xfrm>
              <a:off x="10566577" y="634296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277996-90DB-CC15-F4EC-5F27C82EDB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2577" y="62349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E6CA5A-4496-F66D-1F89-BC3A9BADC0CD}"/>
                  </a:ext>
                </a:extLst>
              </p14:cNvPr>
              <p14:cNvContentPartPr/>
              <p14:nvPr/>
            </p14:nvContentPartPr>
            <p14:xfrm>
              <a:off x="10566577" y="63429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E6CA5A-4496-F66D-1F89-BC3A9BADC0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2577" y="62349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FD5658B-031B-3B29-DE60-9BECE5BB7198}"/>
                  </a:ext>
                </a:extLst>
              </p14:cNvPr>
              <p14:cNvContentPartPr/>
              <p14:nvPr/>
            </p14:nvContentPartPr>
            <p14:xfrm>
              <a:off x="9259777" y="5997000"/>
              <a:ext cx="2095560" cy="756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FD5658B-031B-3B29-DE60-9BECE5BB71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06137" y="5889360"/>
                <a:ext cx="220320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4D068DD-42B5-6420-9489-75C105C3FF7C}"/>
                  </a:ext>
                </a:extLst>
              </p14:cNvPr>
              <p14:cNvContentPartPr/>
              <p14:nvPr/>
            </p14:nvContentPartPr>
            <p14:xfrm>
              <a:off x="10304857" y="648768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4D068DD-42B5-6420-9489-75C105C3FF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50857" y="63796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12859A6-78FB-C2BB-23AB-570565A7DA90}"/>
                  </a:ext>
                </a:extLst>
              </p14:cNvPr>
              <p14:cNvContentPartPr/>
              <p14:nvPr/>
            </p14:nvContentPartPr>
            <p14:xfrm>
              <a:off x="10304857" y="648768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12859A6-78FB-C2BB-23AB-570565A7D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50857" y="63796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15B150A-EAA1-8320-8AAD-41B00F6B9018}"/>
                  </a:ext>
                </a:extLst>
              </p14:cNvPr>
              <p14:cNvContentPartPr/>
              <p14:nvPr/>
            </p14:nvContentPartPr>
            <p14:xfrm>
              <a:off x="10304857" y="64876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15B150A-EAA1-8320-8AAD-41B00F6B90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50857" y="63796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BF7273D-D5E4-7A81-F773-0AC58B4921DF}"/>
                  </a:ext>
                </a:extLst>
              </p14:cNvPr>
              <p14:cNvContentPartPr/>
              <p14:nvPr/>
            </p14:nvContentPartPr>
            <p14:xfrm>
              <a:off x="9941977" y="5921760"/>
              <a:ext cx="881640" cy="569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BF7273D-D5E4-7A81-F773-0AC58B4921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87977" y="5813760"/>
                <a:ext cx="989280" cy="78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2EDB18A-BF7F-6A42-610D-46F15E31511A}"/>
                  </a:ext>
                </a:extLst>
              </p14:cNvPr>
              <p14:cNvContentPartPr/>
              <p14:nvPr/>
            </p14:nvContentPartPr>
            <p14:xfrm>
              <a:off x="9936937" y="5267280"/>
              <a:ext cx="2363040" cy="1751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2EDB18A-BF7F-6A42-610D-46F15E3151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83297" y="5159640"/>
                <a:ext cx="2470680" cy="19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E245C58-EED5-6ED8-11F2-E3FF8EC177BB}"/>
                  </a:ext>
                </a:extLst>
              </p14:cNvPr>
              <p14:cNvContentPartPr/>
              <p14:nvPr/>
            </p14:nvContentPartPr>
            <p14:xfrm>
              <a:off x="9347926" y="5848726"/>
              <a:ext cx="2554920" cy="1305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E245C58-EED5-6ED8-11F2-E3FF8EC177B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94286" y="5740726"/>
                <a:ext cx="2662560" cy="15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6DEA144-72BA-45D8-D965-48ABCF41E57C}"/>
                  </a:ext>
                </a:extLst>
              </p14:cNvPr>
              <p14:cNvContentPartPr/>
              <p14:nvPr/>
            </p14:nvContentPartPr>
            <p14:xfrm>
              <a:off x="10053886" y="6172366"/>
              <a:ext cx="926640" cy="257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6DEA144-72BA-45D8-D965-48ABCF41E5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99886" y="6064366"/>
                <a:ext cx="1034280" cy="47304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4C9B4711-FF36-BBE5-00D3-BC642795354D}"/>
              </a:ext>
            </a:extLst>
          </p:cNvPr>
          <p:cNvSpPr/>
          <p:nvPr/>
        </p:nvSpPr>
        <p:spPr>
          <a:xfrm>
            <a:off x="10053886" y="5997000"/>
            <a:ext cx="1729158" cy="5810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6BF2D03-A47A-36FA-E9C3-5F5B5D3C8F2B}"/>
              </a:ext>
            </a:extLst>
          </p:cNvPr>
          <p:cNvSpPr/>
          <p:nvPr/>
        </p:nvSpPr>
        <p:spPr>
          <a:xfrm>
            <a:off x="549796" y="1360507"/>
            <a:ext cx="2088231" cy="660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Requirement</a:t>
            </a:r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8C0B95-EFA0-2745-ABAA-2AA605B88148}"/>
              </a:ext>
            </a:extLst>
          </p:cNvPr>
          <p:cNvSpPr/>
          <p:nvPr/>
        </p:nvSpPr>
        <p:spPr>
          <a:xfrm>
            <a:off x="1125860" y="2204864"/>
            <a:ext cx="2088231" cy="660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Design/Plan</a:t>
            </a:r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8B947A-BBD0-4456-18A2-0EEDBC207E57}"/>
              </a:ext>
            </a:extLst>
          </p:cNvPr>
          <p:cNvSpPr/>
          <p:nvPr/>
        </p:nvSpPr>
        <p:spPr>
          <a:xfrm>
            <a:off x="1485900" y="2936144"/>
            <a:ext cx="2088231" cy="660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Development</a:t>
            </a:r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3629F66-2BAA-FF17-98AB-DCE7C1B40203}"/>
              </a:ext>
            </a:extLst>
          </p:cNvPr>
          <p:cNvSpPr/>
          <p:nvPr/>
        </p:nvSpPr>
        <p:spPr>
          <a:xfrm>
            <a:off x="2061964" y="3734238"/>
            <a:ext cx="2088231" cy="660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37565CA-07BC-632E-B5ED-9584FFEB12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620" t="16349" r="26740" b="19111"/>
          <a:stretch/>
        </p:blipFill>
        <p:spPr>
          <a:xfrm>
            <a:off x="189756" y="188640"/>
            <a:ext cx="11220321" cy="5683022"/>
          </a:xfr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905A70-7B03-294C-B0CE-7C068DA8FAC2}"/>
              </a:ext>
            </a:extLst>
          </p:cNvPr>
          <p:cNvSpPr/>
          <p:nvPr/>
        </p:nvSpPr>
        <p:spPr>
          <a:xfrm>
            <a:off x="2854052" y="5013176"/>
            <a:ext cx="8280920" cy="8584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Any new requirements from the client will restart the development cycle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B09A352-54F6-CC7F-7386-1F0716B3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69DC8AC-86F5-CE00-946E-5B48A138FB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-4437" t="16892" r="27045" b="19034"/>
          <a:stretch/>
        </p:blipFill>
        <p:spPr>
          <a:xfrm>
            <a:off x="-386461" y="365126"/>
            <a:ext cx="11737304" cy="6222184"/>
          </a:xfrm>
        </p:spPr>
      </p:pic>
    </p:spTree>
    <p:extLst>
      <p:ext uri="{BB962C8B-B14F-4D97-AF65-F5344CB8AC3E}">
        <p14:creationId xmlns:p14="http://schemas.microsoft.com/office/powerpoint/2010/main" val="24906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B0276-9566-5C7A-E817-4DE44EC4F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7" t="18477" r="26960" b="19527"/>
          <a:stretch/>
        </p:blipFill>
        <p:spPr>
          <a:xfrm>
            <a:off x="2992" y="260648"/>
            <a:ext cx="10512862" cy="516882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6D6FEC-9348-F2B1-7748-12B8C914CB77}"/>
              </a:ext>
            </a:extLst>
          </p:cNvPr>
          <p:cNvSpPr/>
          <p:nvPr/>
        </p:nvSpPr>
        <p:spPr>
          <a:xfrm>
            <a:off x="1485900" y="5229200"/>
            <a:ext cx="2304256" cy="93610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Client provides the feedback and list of changes to be made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6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E611A-90E3-C14C-F33C-5CD6D7E1DA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1" r="26960" b="20288"/>
          <a:stretch/>
        </p:blipFill>
        <p:spPr>
          <a:xfrm>
            <a:off x="0" y="-15311"/>
            <a:ext cx="10290347" cy="58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2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1299E0-531A-2DA2-0AF8-EF855D32F3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25" r="27551" b="18477"/>
          <a:stretch/>
        </p:blipFill>
        <p:spPr>
          <a:xfrm>
            <a:off x="0" y="1635"/>
            <a:ext cx="10270875" cy="5276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D20BC-63D7-E197-83F9-F36C663E28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56" t="28193" r="24984" b="21927"/>
          <a:stretch/>
        </p:blipFill>
        <p:spPr>
          <a:xfrm>
            <a:off x="5302324" y="1036050"/>
            <a:ext cx="5832648" cy="424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82B21-0EDC-7BD6-00BF-73D1203B9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75" r="26960" b="18477"/>
          <a:stretch/>
        </p:blipFill>
        <p:spPr>
          <a:xfrm>
            <a:off x="22076" y="14688"/>
            <a:ext cx="10513168" cy="527209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4BDACB-4B78-56E5-B8C7-D7BB63881FC0}"/>
              </a:ext>
            </a:extLst>
          </p:cNvPr>
          <p:cNvSpPr/>
          <p:nvPr/>
        </p:nvSpPr>
        <p:spPr>
          <a:xfrm>
            <a:off x="5723508" y="4293095"/>
            <a:ext cx="3971304" cy="63015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Developers submit the product to operations for Deployment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9074F6-6718-12D4-F657-77BE5F6F41D6}"/>
              </a:ext>
            </a:extLst>
          </p:cNvPr>
          <p:cNvSpPr/>
          <p:nvPr/>
        </p:nvSpPr>
        <p:spPr>
          <a:xfrm>
            <a:off x="5795516" y="5195271"/>
            <a:ext cx="389929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the product fails in the production servers, the operations team is clueless and sends the product back to the developers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282CDCD0-DCD3-F2B6-C5B8-246BABA557F7}"/>
              </a:ext>
            </a:extLst>
          </p:cNvPr>
          <p:cNvSpPr/>
          <p:nvPr/>
        </p:nvSpPr>
        <p:spPr>
          <a:xfrm>
            <a:off x="9766820" y="4797151"/>
            <a:ext cx="352922" cy="761649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00B05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B3F9C412-B895-E210-3A8E-C2E823A8F76D}"/>
              </a:ext>
            </a:extLst>
          </p:cNvPr>
          <p:cNvSpPr/>
          <p:nvPr/>
        </p:nvSpPr>
        <p:spPr>
          <a:xfrm rot="16200000">
            <a:off x="5010735" y="4914287"/>
            <a:ext cx="936104" cy="352922"/>
          </a:xfrm>
          <a:prstGeom prst="curvedDownArrow">
            <a:avLst/>
          </a:prstGeom>
          <a:solidFill>
            <a:srgbClr val="FF0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28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82B21-0EDC-7BD6-00BF-73D1203B9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75" r="26960" b="18477"/>
          <a:stretch/>
        </p:blipFill>
        <p:spPr>
          <a:xfrm>
            <a:off x="0" y="5882"/>
            <a:ext cx="10513168" cy="527209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4BDACB-4B78-56E5-B8C7-D7BB63881FC0}"/>
              </a:ext>
            </a:extLst>
          </p:cNvPr>
          <p:cNvSpPr/>
          <p:nvPr/>
        </p:nvSpPr>
        <p:spPr>
          <a:xfrm>
            <a:off x="5723508" y="4293096"/>
            <a:ext cx="3755279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DevOps addressed the gap between Developers and Operations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6A276B-94D7-D935-25E6-57952A445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505" t="37391" r="29323" b="33602"/>
          <a:stretch/>
        </p:blipFill>
        <p:spPr>
          <a:xfrm>
            <a:off x="4510236" y="1794083"/>
            <a:ext cx="5446295" cy="221098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5751CA-6331-B084-F68C-50D9740B3E3B}"/>
              </a:ext>
            </a:extLst>
          </p:cNvPr>
          <p:cNvSpPr/>
          <p:nvPr/>
        </p:nvSpPr>
        <p:spPr>
          <a:xfrm>
            <a:off x="650916" y="4996810"/>
            <a:ext cx="10225135" cy="77931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Updating the code, adding new features, and resolving bugs,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unning unit tests, pushing the code to production, and monitoring its performance. Writing, testing and reviewing code by Development team members.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45B15F-7371-F029-417C-1F8AB49E2163}"/>
              </a:ext>
            </a:extLst>
          </p:cNvPr>
          <p:cNvSpPr/>
          <p:nvPr/>
        </p:nvSpPr>
        <p:spPr>
          <a:xfrm>
            <a:off x="650916" y="5962052"/>
            <a:ext cx="10225135" cy="77931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u="none" strike="noStrike" dirty="0">
                <a:solidFill>
                  <a:schemeClr val="tx1"/>
                </a:solidFill>
                <a:effectLst/>
                <a:latin typeface="-apple-system"/>
              </a:rPr>
              <a:t>The operations team ensures that features are running smoothly and that there are no interruptions in service</a:t>
            </a:r>
            <a:r>
              <a:rPr lang="en-US" b="0" i="0" dirty="0">
                <a:solidFill>
                  <a:schemeClr val="tx1"/>
                </a:solidFill>
                <a:effectLst/>
                <a:latin typeface="-apple-system"/>
              </a:rPr>
              <a:t>. 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-apple-system"/>
              </a:rPr>
              <a:t>They also maintain, monitor, and troubleshoot applications in production environments.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C8B2ED-368D-B659-302A-E34BCCBDD1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9" t="16375" r="26369" b="17426"/>
          <a:stretch/>
        </p:blipFill>
        <p:spPr>
          <a:xfrm>
            <a:off x="333772" y="260648"/>
            <a:ext cx="11305256" cy="578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4E3242-E263-CF19-C69A-61241B62A4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03" t="18301" r="24597" b="17658"/>
          <a:stretch/>
        </p:blipFill>
        <p:spPr>
          <a:xfrm>
            <a:off x="851063" y="1257300"/>
            <a:ext cx="9065366" cy="510531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A4B2A2B-BEAF-86DD-EC4E-FAA956B38C6A}"/>
              </a:ext>
            </a:extLst>
          </p:cNvPr>
          <p:cNvSpPr/>
          <p:nvPr/>
        </p:nvSpPr>
        <p:spPr>
          <a:xfrm>
            <a:off x="3362139" y="313571"/>
            <a:ext cx="3024336" cy="80879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Business owners and project development team discuss project goals and creates a plan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511751-7EC4-8AFF-E438-489BFB455BF5}"/>
              </a:ext>
            </a:extLst>
          </p:cNvPr>
          <p:cNvSpPr/>
          <p:nvPr/>
        </p:nvSpPr>
        <p:spPr>
          <a:xfrm>
            <a:off x="6886500" y="313571"/>
            <a:ext cx="2403749" cy="808792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Programmers use various tools to develop the code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7905C-DB38-B17C-64DF-98F50E6C10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132" t="42758" r="26401" b="21196"/>
          <a:stretch/>
        </p:blipFill>
        <p:spPr>
          <a:xfrm>
            <a:off x="0" y="1340768"/>
            <a:ext cx="3362139" cy="174803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505F8F-787E-9536-A765-3B073D327587}"/>
              </a:ext>
            </a:extLst>
          </p:cNvPr>
          <p:cNvSpPr/>
          <p:nvPr/>
        </p:nvSpPr>
        <p:spPr>
          <a:xfrm>
            <a:off x="9916430" y="2420888"/>
            <a:ext cx="2272396" cy="115365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By using build tools, we take code from different repositories to make a complete application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7AE0F0-F84B-5F49-8CDC-77873B03AB54}"/>
              </a:ext>
            </a:extLst>
          </p:cNvPr>
          <p:cNvSpPr/>
          <p:nvPr/>
        </p:nvSpPr>
        <p:spPr>
          <a:xfrm>
            <a:off x="3804883" y="2420887"/>
            <a:ext cx="3729689" cy="60268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We test the application and integrate it with the already existing code base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4F86F7B-03FA-DA8E-D412-A993BBCD1BA6}"/>
              </a:ext>
            </a:extLst>
          </p:cNvPr>
          <p:cNvSpPr/>
          <p:nvPr/>
        </p:nvSpPr>
        <p:spPr>
          <a:xfrm>
            <a:off x="-29538" y="4200540"/>
            <a:ext cx="2232248" cy="115365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Application is moved from development to  production environment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84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A7E1AA-2401-0B36-1E1D-D0C2A76488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0" t="14579" r="27181" b="13154"/>
          <a:stretch/>
        </p:blipFill>
        <p:spPr>
          <a:xfrm>
            <a:off x="837828" y="162031"/>
            <a:ext cx="10846939" cy="612068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1AD8AC9-D042-FF5D-66C7-120A57196618}"/>
              </a:ext>
            </a:extLst>
          </p:cNvPr>
          <p:cNvSpPr/>
          <p:nvPr/>
        </p:nvSpPr>
        <p:spPr>
          <a:xfrm>
            <a:off x="9478788" y="5868988"/>
            <a:ext cx="1728192" cy="5123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B23975-415E-D416-1B0E-3D850336F36F}"/>
              </a:ext>
            </a:extLst>
          </p:cNvPr>
          <p:cNvSpPr/>
          <p:nvPr/>
        </p:nvSpPr>
        <p:spPr>
          <a:xfrm>
            <a:off x="189756" y="1913384"/>
            <a:ext cx="1629916" cy="792088"/>
          </a:xfrm>
          <a:prstGeom prst="roundRect">
            <a:avLst/>
          </a:prstGeom>
          <a:ln>
            <a:solidFill>
              <a:schemeClr val="tx1"/>
            </a:solidFill>
            <a:prstDash val="lgDashDot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Continuous Delivery</a:t>
            </a:r>
            <a:endParaRPr lang="en-IN" sz="16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C39C28-480B-023A-12E4-849A886F880E}"/>
              </a:ext>
            </a:extLst>
          </p:cNvPr>
          <p:cNvSpPr/>
          <p:nvPr/>
        </p:nvSpPr>
        <p:spPr>
          <a:xfrm>
            <a:off x="8182644" y="2430283"/>
            <a:ext cx="1629916" cy="792088"/>
          </a:xfrm>
          <a:prstGeom prst="roundRect">
            <a:avLst/>
          </a:prstGeom>
          <a:ln>
            <a:solidFill>
              <a:schemeClr val="tx1"/>
            </a:solidFill>
            <a:prstDash val="lgDashDot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Continuous Integration</a:t>
            </a:r>
            <a:endParaRPr lang="en-IN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82BC82-0BAD-340B-E096-88ECE81480E4}"/>
              </a:ext>
            </a:extLst>
          </p:cNvPr>
          <p:cNvSpPr/>
          <p:nvPr/>
        </p:nvSpPr>
        <p:spPr>
          <a:xfrm>
            <a:off x="189756" y="314887"/>
            <a:ext cx="9793088" cy="7920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Continuous Delivery, Continuous Integration, Continuous Deployment</a:t>
            </a:r>
            <a:endParaRPr lang="en-IN" sz="2800" dirty="0">
              <a:solidFill>
                <a:schemeClr val="accent2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F56F46-E7C1-F0EC-91A9-CA2402ACE421}"/>
              </a:ext>
            </a:extLst>
          </p:cNvPr>
          <p:cNvSpPr/>
          <p:nvPr/>
        </p:nvSpPr>
        <p:spPr>
          <a:xfrm>
            <a:off x="10558908" y="5661248"/>
            <a:ext cx="1512168" cy="103472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88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CFC7A-A81D-4DA4-2F44-605B1A55E0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5921" r="27551" b="17388"/>
          <a:stretch/>
        </p:blipFill>
        <p:spPr>
          <a:xfrm>
            <a:off x="15743" y="332656"/>
            <a:ext cx="10225136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228</Words>
  <Application>Microsoft Office PowerPoint</Application>
  <PresentationFormat>Custom</PresentationFormat>
  <Paragraphs>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Constantia</vt:lpstr>
      <vt:lpstr>Times New Roman</vt:lpstr>
      <vt:lpstr>Office Theme</vt:lpstr>
      <vt:lpstr>Introduction to DevOps</vt:lpstr>
      <vt:lpstr>PowerPoint Presentation</vt:lpstr>
      <vt:lpstr>PowerPoint Presentation</vt:lpstr>
      <vt:lpstr>PowerPoint Presentation</vt:lpstr>
      <vt:lpstr>PowerPoint Presentation</vt:lpstr>
      <vt:lpstr>Add a Slide Title - 1</vt:lpstr>
      <vt:lpstr>Add a Slide Title - 2</vt:lpstr>
      <vt:lpstr>PowerPoint Presentation</vt:lpstr>
      <vt:lpstr>PowerPoint Presentation</vt:lpstr>
      <vt:lpstr>PowerPoint Presentation</vt:lpstr>
      <vt:lpstr>Add a Slide Title - 4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</dc:title>
  <dc:creator>Sandeep Bandaru</dc:creator>
  <cp:lastModifiedBy>Sandeep Bandaru</cp:lastModifiedBy>
  <cp:revision>1</cp:revision>
  <dcterms:created xsi:type="dcterms:W3CDTF">2023-12-18T09:13:03Z</dcterms:created>
  <dcterms:modified xsi:type="dcterms:W3CDTF">2023-12-19T12:24:52Z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